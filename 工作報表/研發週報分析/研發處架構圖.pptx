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D4117F-2887-4B10-8CB4-BB5067F5BFC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4DF5E9FD-2D7D-4684-98A5-19FA899F3F17}">
      <dgm:prSet phldrT="[文字]"/>
      <dgm:spPr/>
      <dgm:t>
        <a:bodyPr/>
        <a:lstStyle/>
        <a:p>
          <a:r>
            <a:rPr lang="zh-TW" altLang="en-US" dirty="0"/>
            <a:t>研發處</a:t>
          </a:r>
        </a:p>
      </dgm:t>
    </dgm:pt>
    <dgm:pt modelId="{AD12813A-D2A3-47BC-84E0-3D0D405D882F}" type="parTrans" cxnId="{B3AAB3AC-A7D0-4457-B47E-DAFFFE86A904}">
      <dgm:prSet/>
      <dgm:spPr/>
      <dgm:t>
        <a:bodyPr/>
        <a:lstStyle/>
        <a:p>
          <a:endParaRPr lang="zh-TW" altLang="en-US"/>
        </a:p>
      </dgm:t>
    </dgm:pt>
    <dgm:pt modelId="{E1B4DDD3-25AC-4118-AD54-ABCAE501FF53}" type="sibTrans" cxnId="{B3AAB3AC-A7D0-4457-B47E-DAFFFE86A904}">
      <dgm:prSet/>
      <dgm:spPr/>
      <dgm:t>
        <a:bodyPr/>
        <a:lstStyle/>
        <a:p>
          <a:endParaRPr lang="zh-TW" altLang="en-US"/>
        </a:p>
      </dgm:t>
    </dgm:pt>
    <dgm:pt modelId="{11A0DDD8-2656-4FF8-A24C-0F18CE4AD0F9}">
      <dgm:prSet phldrT="[文字]"/>
      <dgm:spPr/>
      <dgm:t>
        <a:bodyPr/>
        <a:lstStyle/>
        <a:p>
          <a:r>
            <a:rPr lang="zh-TW" altLang="en-US" dirty="0"/>
            <a:t>研發一處</a:t>
          </a:r>
        </a:p>
      </dgm:t>
    </dgm:pt>
    <dgm:pt modelId="{D882D54A-4BCC-4218-AA00-C3447189B160}" type="parTrans" cxnId="{46D65F61-DF74-44B9-A478-C48CE25EB8A9}">
      <dgm:prSet/>
      <dgm:spPr/>
      <dgm:t>
        <a:bodyPr/>
        <a:lstStyle/>
        <a:p>
          <a:endParaRPr lang="zh-TW" altLang="en-US"/>
        </a:p>
      </dgm:t>
    </dgm:pt>
    <dgm:pt modelId="{40DB6500-C904-4908-899F-35B38761263D}" type="sibTrans" cxnId="{46D65F61-DF74-44B9-A478-C48CE25EB8A9}">
      <dgm:prSet/>
      <dgm:spPr/>
      <dgm:t>
        <a:bodyPr/>
        <a:lstStyle/>
        <a:p>
          <a:endParaRPr lang="zh-TW" altLang="en-US"/>
        </a:p>
      </dgm:t>
    </dgm:pt>
    <dgm:pt modelId="{CB2E41B2-C5D8-409B-8E13-0B6B994963EF}">
      <dgm:prSet phldrT="[文字]"/>
      <dgm:spPr/>
      <dgm:t>
        <a:bodyPr/>
        <a:lstStyle/>
        <a:p>
          <a:r>
            <a:rPr lang="zh-TW" altLang="en-US" dirty="0"/>
            <a:t>研發一處</a:t>
          </a:r>
        </a:p>
      </dgm:t>
    </dgm:pt>
    <dgm:pt modelId="{0F4A7F85-C1F2-4989-8942-0CD070B79904}" type="parTrans" cxnId="{7EBD18C5-1AE0-4A82-A9E2-F351E8FC102C}">
      <dgm:prSet/>
      <dgm:spPr/>
      <dgm:t>
        <a:bodyPr/>
        <a:lstStyle/>
        <a:p>
          <a:endParaRPr lang="zh-TW" altLang="en-US"/>
        </a:p>
      </dgm:t>
    </dgm:pt>
    <dgm:pt modelId="{C1016D06-B10A-496B-BEE6-D5416D2A60D6}" type="sibTrans" cxnId="{7EBD18C5-1AE0-4A82-A9E2-F351E8FC102C}">
      <dgm:prSet/>
      <dgm:spPr/>
      <dgm:t>
        <a:bodyPr/>
        <a:lstStyle/>
        <a:p>
          <a:endParaRPr lang="zh-TW" altLang="en-US"/>
        </a:p>
      </dgm:t>
    </dgm:pt>
    <dgm:pt modelId="{3353557F-C169-40B3-8A50-06F80E997B15}">
      <dgm:prSet phldrT="[文字]"/>
      <dgm:spPr/>
      <dgm:t>
        <a:bodyPr/>
        <a:lstStyle/>
        <a:p>
          <a:r>
            <a:rPr lang="zh-TW" altLang="en-US" dirty="0"/>
            <a:t>技術中心</a:t>
          </a:r>
        </a:p>
      </dgm:t>
    </dgm:pt>
    <dgm:pt modelId="{CE019B3A-7BFA-4D9F-A33B-55E61F4E582C}" type="parTrans" cxnId="{06989BBC-87B4-49B8-A42A-179E2ED6CA0B}">
      <dgm:prSet/>
      <dgm:spPr/>
      <dgm:t>
        <a:bodyPr/>
        <a:lstStyle/>
        <a:p>
          <a:endParaRPr lang="zh-TW" altLang="en-US"/>
        </a:p>
      </dgm:t>
    </dgm:pt>
    <dgm:pt modelId="{04BDDC63-E09F-4970-91BB-C17434225F43}" type="sibTrans" cxnId="{06989BBC-87B4-49B8-A42A-179E2ED6CA0B}">
      <dgm:prSet/>
      <dgm:spPr/>
      <dgm:t>
        <a:bodyPr/>
        <a:lstStyle/>
        <a:p>
          <a:endParaRPr lang="zh-TW" altLang="en-US"/>
        </a:p>
      </dgm:t>
    </dgm:pt>
    <dgm:pt modelId="{4EFA8F1A-9255-48E0-AA49-E4032D2BDDE8}">
      <dgm:prSet phldrT="[文字]"/>
      <dgm:spPr/>
      <dgm:t>
        <a:bodyPr/>
        <a:lstStyle/>
        <a:p>
          <a:r>
            <a:rPr lang="zh-TW" altLang="en-US" dirty="0"/>
            <a:t>研發二處</a:t>
          </a:r>
        </a:p>
      </dgm:t>
    </dgm:pt>
    <dgm:pt modelId="{8609EC1A-27EC-4274-A463-F328DAE58591}" type="parTrans" cxnId="{1119A0C3-00B9-4D18-B2D0-51E475901003}">
      <dgm:prSet/>
      <dgm:spPr/>
      <dgm:t>
        <a:bodyPr/>
        <a:lstStyle/>
        <a:p>
          <a:endParaRPr lang="zh-TW" altLang="en-US"/>
        </a:p>
      </dgm:t>
    </dgm:pt>
    <dgm:pt modelId="{3C61771F-A5D7-4C13-B6D8-B222C41759FF}" type="sibTrans" cxnId="{1119A0C3-00B9-4D18-B2D0-51E475901003}">
      <dgm:prSet/>
      <dgm:spPr/>
      <dgm:t>
        <a:bodyPr/>
        <a:lstStyle/>
        <a:p>
          <a:endParaRPr lang="zh-TW" altLang="en-US"/>
        </a:p>
      </dgm:t>
    </dgm:pt>
    <dgm:pt modelId="{2D00CA69-3A2F-4229-836A-AD0BABEB85AC}">
      <dgm:prSet phldrT="[文字]"/>
      <dgm:spPr/>
      <dgm:t>
        <a:bodyPr/>
        <a:lstStyle/>
        <a:p>
          <a:r>
            <a:rPr lang="zh-TW" altLang="en-US" dirty="0"/>
            <a:t>研發二處</a:t>
          </a:r>
        </a:p>
      </dgm:t>
    </dgm:pt>
    <dgm:pt modelId="{510BF168-16C8-4305-B28B-CF535FB1A519}" type="parTrans" cxnId="{8AD5A148-07B9-44D8-A7D7-3A6D917BF458}">
      <dgm:prSet/>
      <dgm:spPr/>
      <dgm:t>
        <a:bodyPr/>
        <a:lstStyle/>
        <a:p>
          <a:endParaRPr lang="zh-TW" altLang="en-US"/>
        </a:p>
      </dgm:t>
    </dgm:pt>
    <dgm:pt modelId="{9E465D6E-0B4E-4105-A74C-7C48D5C23022}" type="sibTrans" cxnId="{8AD5A148-07B9-44D8-A7D7-3A6D917BF458}">
      <dgm:prSet/>
      <dgm:spPr/>
      <dgm:t>
        <a:bodyPr/>
        <a:lstStyle/>
        <a:p>
          <a:endParaRPr lang="zh-TW" altLang="en-US"/>
        </a:p>
      </dgm:t>
    </dgm:pt>
    <dgm:pt modelId="{A6DC8CB8-1E01-4C92-9BB1-A45A431DCBBC}">
      <dgm:prSet phldrT="[文字]"/>
      <dgm:spPr/>
      <dgm:t>
        <a:bodyPr/>
        <a:lstStyle/>
        <a:p>
          <a:r>
            <a:rPr lang="zh-TW" altLang="en-US" dirty="0"/>
            <a:t>研一部</a:t>
          </a:r>
        </a:p>
      </dgm:t>
    </dgm:pt>
    <dgm:pt modelId="{22257180-755D-4050-B560-487BEC526FD4}" type="parTrans" cxnId="{DA9250FE-B24B-4EB7-B0DD-0AD63DEA028F}">
      <dgm:prSet/>
      <dgm:spPr/>
      <dgm:t>
        <a:bodyPr/>
        <a:lstStyle/>
        <a:p>
          <a:endParaRPr lang="zh-TW" altLang="en-US"/>
        </a:p>
      </dgm:t>
    </dgm:pt>
    <dgm:pt modelId="{C5C1E9B1-3431-49D9-BAD6-5AD0E55918B5}" type="sibTrans" cxnId="{DA9250FE-B24B-4EB7-B0DD-0AD63DEA028F}">
      <dgm:prSet/>
      <dgm:spPr/>
      <dgm:t>
        <a:bodyPr/>
        <a:lstStyle/>
        <a:p>
          <a:endParaRPr lang="zh-TW" altLang="en-US"/>
        </a:p>
      </dgm:t>
    </dgm:pt>
    <dgm:pt modelId="{9D00CDA8-834B-4C51-9BF3-680FE8409510}">
      <dgm:prSet phldrT="[文字]"/>
      <dgm:spPr/>
      <dgm:t>
        <a:bodyPr/>
        <a:lstStyle/>
        <a:p>
          <a:r>
            <a:rPr lang="zh-TW" altLang="en-US" dirty="0"/>
            <a:t>研二部</a:t>
          </a:r>
        </a:p>
      </dgm:t>
    </dgm:pt>
    <dgm:pt modelId="{75538969-2180-4180-B850-93F4AD17DD3B}" type="parTrans" cxnId="{98009BEC-5F4C-407C-951A-DEF2F8AF72D8}">
      <dgm:prSet/>
      <dgm:spPr/>
      <dgm:t>
        <a:bodyPr/>
        <a:lstStyle/>
        <a:p>
          <a:endParaRPr lang="zh-TW" altLang="en-US"/>
        </a:p>
      </dgm:t>
    </dgm:pt>
    <dgm:pt modelId="{F8B3ABB1-16CD-4582-8FF6-611D315E4179}" type="sibTrans" cxnId="{98009BEC-5F4C-407C-951A-DEF2F8AF72D8}">
      <dgm:prSet/>
      <dgm:spPr/>
      <dgm:t>
        <a:bodyPr/>
        <a:lstStyle/>
        <a:p>
          <a:endParaRPr lang="zh-TW" altLang="en-US"/>
        </a:p>
      </dgm:t>
    </dgm:pt>
    <dgm:pt modelId="{D5121026-B10C-4E81-A8E8-4F2838AC53C6}">
      <dgm:prSet phldrT="[文字]"/>
      <dgm:spPr/>
      <dgm:t>
        <a:bodyPr/>
        <a:lstStyle/>
        <a:p>
          <a:r>
            <a:rPr lang="zh-TW" altLang="en-US" dirty="0"/>
            <a:t>研三部</a:t>
          </a:r>
        </a:p>
      </dgm:t>
    </dgm:pt>
    <dgm:pt modelId="{EC1A4634-4054-4793-A936-536239EC53F0}" type="parTrans" cxnId="{CF38CC51-CF2B-4425-A963-E1A3FCAAFD1F}">
      <dgm:prSet/>
      <dgm:spPr/>
      <dgm:t>
        <a:bodyPr/>
        <a:lstStyle/>
        <a:p>
          <a:endParaRPr lang="zh-TW" altLang="en-US"/>
        </a:p>
      </dgm:t>
    </dgm:pt>
    <dgm:pt modelId="{D53366D1-E93C-4327-B0BA-43ACF44C916B}" type="sibTrans" cxnId="{CF38CC51-CF2B-4425-A963-E1A3FCAAFD1F}">
      <dgm:prSet/>
      <dgm:spPr/>
      <dgm:t>
        <a:bodyPr/>
        <a:lstStyle/>
        <a:p>
          <a:endParaRPr lang="zh-TW" altLang="en-US"/>
        </a:p>
      </dgm:t>
    </dgm:pt>
    <dgm:pt modelId="{F9A449F0-2998-4E33-B59F-5E0888D989DE}">
      <dgm:prSet phldrT="[文字]"/>
      <dgm:spPr/>
      <dgm:t>
        <a:bodyPr/>
        <a:lstStyle/>
        <a:p>
          <a:r>
            <a:rPr lang="zh-TW" altLang="en-US" dirty="0"/>
            <a:t>自動化</a:t>
          </a:r>
        </a:p>
      </dgm:t>
    </dgm:pt>
    <dgm:pt modelId="{A4CCBC66-10B5-4892-935F-0C882CB62DC6}" type="parTrans" cxnId="{23864F68-07DF-42B6-B575-134B96A71FA2}">
      <dgm:prSet/>
      <dgm:spPr/>
      <dgm:t>
        <a:bodyPr/>
        <a:lstStyle/>
        <a:p>
          <a:endParaRPr lang="zh-TW" altLang="en-US"/>
        </a:p>
      </dgm:t>
    </dgm:pt>
    <dgm:pt modelId="{D26DA233-64C7-4774-9210-49E86B523DC3}" type="sibTrans" cxnId="{23864F68-07DF-42B6-B575-134B96A71FA2}">
      <dgm:prSet/>
      <dgm:spPr/>
      <dgm:t>
        <a:bodyPr/>
        <a:lstStyle/>
        <a:p>
          <a:endParaRPr lang="zh-TW" altLang="en-US"/>
        </a:p>
      </dgm:t>
    </dgm:pt>
    <dgm:pt modelId="{89787ECC-4964-47D7-9FCE-65B393565142}">
      <dgm:prSet phldrT="[文字]"/>
      <dgm:spPr/>
      <dgm:t>
        <a:bodyPr/>
        <a:lstStyle/>
        <a:p>
          <a:r>
            <a:rPr lang="zh-TW" altLang="en-US"/>
            <a:t>生技</a:t>
          </a:r>
          <a:endParaRPr lang="zh-TW" altLang="en-US" dirty="0"/>
        </a:p>
      </dgm:t>
    </dgm:pt>
    <dgm:pt modelId="{A41EC5E3-38C2-47FC-8F5F-119439220AA5}" type="parTrans" cxnId="{79EEEE1D-F731-4462-98AD-3F4A8E0C9435}">
      <dgm:prSet/>
      <dgm:spPr/>
      <dgm:t>
        <a:bodyPr/>
        <a:lstStyle/>
        <a:p>
          <a:endParaRPr lang="zh-TW" altLang="en-US"/>
        </a:p>
      </dgm:t>
    </dgm:pt>
    <dgm:pt modelId="{1A233E5C-A89B-4F93-98ED-CF33DB486FA4}" type="sibTrans" cxnId="{79EEEE1D-F731-4462-98AD-3F4A8E0C9435}">
      <dgm:prSet/>
      <dgm:spPr/>
      <dgm:t>
        <a:bodyPr/>
        <a:lstStyle/>
        <a:p>
          <a:endParaRPr lang="zh-TW" altLang="en-US"/>
        </a:p>
      </dgm:t>
    </dgm:pt>
    <dgm:pt modelId="{3B0BAC49-546E-4642-8315-84526740B599}">
      <dgm:prSet phldrT="[文字]"/>
      <dgm:spPr/>
      <dgm:t>
        <a:bodyPr/>
        <a:lstStyle/>
        <a:p>
          <a:r>
            <a:rPr lang="zh-TW" altLang="en-US" dirty="0"/>
            <a:t>產品開發</a:t>
          </a:r>
        </a:p>
      </dgm:t>
    </dgm:pt>
    <dgm:pt modelId="{2869EDAB-B4E1-4BF0-A646-936FB4A9DE46}" type="parTrans" cxnId="{73B49434-9C98-4DAB-92C7-E8B0AA426094}">
      <dgm:prSet/>
      <dgm:spPr/>
      <dgm:t>
        <a:bodyPr/>
        <a:lstStyle/>
        <a:p>
          <a:endParaRPr lang="zh-TW" altLang="en-US"/>
        </a:p>
      </dgm:t>
    </dgm:pt>
    <dgm:pt modelId="{C469C89F-A89D-4850-8905-F6AB321BF740}" type="sibTrans" cxnId="{73B49434-9C98-4DAB-92C7-E8B0AA426094}">
      <dgm:prSet/>
      <dgm:spPr/>
      <dgm:t>
        <a:bodyPr/>
        <a:lstStyle/>
        <a:p>
          <a:endParaRPr lang="zh-TW" altLang="en-US"/>
        </a:p>
      </dgm:t>
    </dgm:pt>
    <dgm:pt modelId="{247E9039-E148-435D-8FDB-57E12C18C092}" type="pres">
      <dgm:prSet presAssocID="{64D4117F-2887-4B10-8CB4-BB5067F5BF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3A6D73-C72A-469E-B7EF-2C6DA6481369}" type="pres">
      <dgm:prSet presAssocID="{4DF5E9FD-2D7D-4684-98A5-19FA899F3F17}" presName="hierRoot1" presStyleCnt="0"/>
      <dgm:spPr/>
    </dgm:pt>
    <dgm:pt modelId="{4CD81897-2CDB-4EF6-B8D5-04814502BBC7}" type="pres">
      <dgm:prSet presAssocID="{4DF5E9FD-2D7D-4684-98A5-19FA899F3F17}" presName="composite" presStyleCnt="0"/>
      <dgm:spPr/>
    </dgm:pt>
    <dgm:pt modelId="{6B6B42CD-72D2-42DC-B3C6-216B79A39B07}" type="pres">
      <dgm:prSet presAssocID="{4DF5E9FD-2D7D-4684-98A5-19FA899F3F17}" presName="background" presStyleLbl="node0" presStyleIdx="0" presStyleCnt="1"/>
      <dgm:spPr/>
    </dgm:pt>
    <dgm:pt modelId="{7D9183F7-90E8-4C45-A2E7-147531455ACC}" type="pres">
      <dgm:prSet presAssocID="{4DF5E9FD-2D7D-4684-98A5-19FA899F3F17}" presName="text" presStyleLbl="fgAcc0" presStyleIdx="0" presStyleCnt="1">
        <dgm:presLayoutVars>
          <dgm:chPref val="3"/>
        </dgm:presLayoutVars>
      </dgm:prSet>
      <dgm:spPr/>
    </dgm:pt>
    <dgm:pt modelId="{74FF677E-5BE9-468B-B4D7-B92D4BDBD5E6}" type="pres">
      <dgm:prSet presAssocID="{4DF5E9FD-2D7D-4684-98A5-19FA899F3F17}" presName="hierChild2" presStyleCnt="0"/>
      <dgm:spPr/>
    </dgm:pt>
    <dgm:pt modelId="{04C0E603-C3FB-41F7-9D6E-EBC7E23303DC}" type="pres">
      <dgm:prSet presAssocID="{D882D54A-4BCC-4218-AA00-C3447189B160}" presName="Name10" presStyleLbl="parChTrans1D2" presStyleIdx="0" presStyleCnt="2"/>
      <dgm:spPr/>
    </dgm:pt>
    <dgm:pt modelId="{BBE6C26C-B424-413E-9D39-5597C0D9DE58}" type="pres">
      <dgm:prSet presAssocID="{11A0DDD8-2656-4FF8-A24C-0F18CE4AD0F9}" presName="hierRoot2" presStyleCnt="0"/>
      <dgm:spPr/>
    </dgm:pt>
    <dgm:pt modelId="{6CE2C5B9-207E-420F-A4C6-0E239A5AEE15}" type="pres">
      <dgm:prSet presAssocID="{11A0DDD8-2656-4FF8-A24C-0F18CE4AD0F9}" presName="composite2" presStyleCnt="0"/>
      <dgm:spPr/>
    </dgm:pt>
    <dgm:pt modelId="{FA638B21-ECDB-4794-ADEF-B76F0919CFD8}" type="pres">
      <dgm:prSet presAssocID="{11A0DDD8-2656-4FF8-A24C-0F18CE4AD0F9}" presName="background2" presStyleLbl="node2" presStyleIdx="0" presStyleCnt="2"/>
      <dgm:spPr/>
    </dgm:pt>
    <dgm:pt modelId="{3F4D94A4-18D5-4299-AFEF-AB66522CE368}" type="pres">
      <dgm:prSet presAssocID="{11A0DDD8-2656-4FF8-A24C-0F18CE4AD0F9}" presName="text2" presStyleLbl="fgAcc2" presStyleIdx="0" presStyleCnt="2">
        <dgm:presLayoutVars>
          <dgm:chPref val="3"/>
        </dgm:presLayoutVars>
      </dgm:prSet>
      <dgm:spPr/>
    </dgm:pt>
    <dgm:pt modelId="{56CC74BE-4CD9-42DB-81F2-7FC4B5FDC94D}" type="pres">
      <dgm:prSet presAssocID="{11A0DDD8-2656-4FF8-A24C-0F18CE4AD0F9}" presName="hierChild3" presStyleCnt="0"/>
      <dgm:spPr/>
    </dgm:pt>
    <dgm:pt modelId="{61308706-A36F-4294-BDA2-FBE57544909F}" type="pres">
      <dgm:prSet presAssocID="{0F4A7F85-C1F2-4989-8942-0CD070B79904}" presName="Name17" presStyleLbl="parChTrans1D3" presStyleIdx="0" presStyleCnt="9"/>
      <dgm:spPr/>
    </dgm:pt>
    <dgm:pt modelId="{FE5899EC-31F4-4B7E-B302-047D0F0CC464}" type="pres">
      <dgm:prSet presAssocID="{CB2E41B2-C5D8-409B-8E13-0B6B994963EF}" presName="hierRoot3" presStyleCnt="0"/>
      <dgm:spPr/>
    </dgm:pt>
    <dgm:pt modelId="{3D4B75A0-592C-4560-8665-4387A4D5809C}" type="pres">
      <dgm:prSet presAssocID="{CB2E41B2-C5D8-409B-8E13-0B6B994963EF}" presName="composite3" presStyleCnt="0"/>
      <dgm:spPr/>
    </dgm:pt>
    <dgm:pt modelId="{D80C5C53-EA7D-4D5D-93BC-7B1B10948155}" type="pres">
      <dgm:prSet presAssocID="{CB2E41B2-C5D8-409B-8E13-0B6B994963EF}" presName="background3" presStyleLbl="node3" presStyleIdx="0" presStyleCnt="9"/>
      <dgm:spPr/>
    </dgm:pt>
    <dgm:pt modelId="{CE71445C-B84D-4640-A3CA-556DB63C6ABC}" type="pres">
      <dgm:prSet presAssocID="{CB2E41B2-C5D8-409B-8E13-0B6B994963EF}" presName="text3" presStyleLbl="fgAcc3" presStyleIdx="0" presStyleCnt="9">
        <dgm:presLayoutVars>
          <dgm:chPref val="3"/>
        </dgm:presLayoutVars>
      </dgm:prSet>
      <dgm:spPr/>
    </dgm:pt>
    <dgm:pt modelId="{DBF04B0E-3A43-424C-9C5C-13658546A5B8}" type="pres">
      <dgm:prSet presAssocID="{CB2E41B2-C5D8-409B-8E13-0B6B994963EF}" presName="hierChild4" presStyleCnt="0"/>
      <dgm:spPr/>
    </dgm:pt>
    <dgm:pt modelId="{97953500-8B82-4212-825D-A785366C8241}" type="pres">
      <dgm:prSet presAssocID="{CE019B3A-7BFA-4D9F-A33B-55E61F4E582C}" presName="Name17" presStyleLbl="parChTrans1D3" presStyleIdx="1" presStyleCnt="9"/>
      <dgm:spPr/>
    </dgm:pt>
    <dgm:pt modelId="{CED2A963-D275-49AC-81F3-431E3D84A505}" type="pres">
      <dgm:prSet presAssocID="{3353557F-C169-40B3-8A50-06F80E997B15}" presName="hierRoot3" presStyleCnt="0"/>
      <dgm:spPr/>
    </dgm:pt>
    <dgm:pt modelId="{57E3FDC4-2BFB-4934-BC5F-019402461733}" type="pres">
      <dgm:prSet presAssocID="{3353557F-C169-40B3-8A50-06F80E997B15}" presName="composite3" presStyleCnt="0"/>
      <dgm:spPr/>
    </dgm:pt>
    <dgm:pt modelId="{1A914A84-EAF4-4A3E-91D1-5F444DBDADD8}" type="pres">
      <dgm:prSet presAssocID="{3353557F-C169-40B3-8A50-06F80E997B15}" presName="background3" presStyleLbl="node3" presStyleIdx="1" presStyleCnt="9"/>
      <dgm:spPr/>
    </dgm:pt>
    <dgm:pt modelId="{21B0348C-9751-403C-8337-5E0867B9BDBD}" type="pres">
      <dgm:prSet presAssocID="{3353557F-C169-40B3-8A50-06F80E997B15}" presName="text3" presStyleLbl="fgAcc3" presStyleIdx="1" presStyleCnt="9">
        <dgm:presLayoutVars>
          <dgm:chPref val="3"/>
        </dgm:presLayoutVars>
      </dgm:prSet>
      <dgm:spPr/>
    </dgm:pt>
    <dgm:pt modelId="{FA2261F7-4A65-4761-8A63-672CFDA56F76}" type="pres">
      <dgm:prSet presAssocID="{3353557F-C169-40B3-8A50-06F80E997B15}" presName="hierChild4" presStyleCnt="0"/>
      <dgm:spPr/>
    </dgm:pt>
    <dgm:pt modelId="{CC1B1002-62E8-48A4-979A-C639CFF2DFD0}" type="pres">
      <dgm:prSet presAssocID="{22257180-755D-4050-B560-487BEC526FD4}" presName="Name17" presStyleLbl="parChTrans1D3" presStyleIdx="2" presStyleCnt="9"/>
      <dgm:spPr/>
    </dgm:pt>
    <dgm:pt modelId="{A1ED892B-8423-45A5-8E9A-C7CF800C1A06}" type="pres">
      <dgm:prSet presAssocID="{A6DC8CB8-1E01-4C92-9BB1-A45A431DCBBC}" presName="hierRoot3" presStyleCnt="0"/>
      <dgm:spPr/>
    </dgm:pt>
    <dgm:pt modelId="{E67D5B93-39FA-4D93-A6C8-84AD6518B64E}" type="pres">
      <dgm:prSet presAssocID="{A6DC8CB8-1E01-4C92-9BB1-A45A431DCBBC}" presName="composite3" presStyleCnt="0"/>
      <dgm:spPr/>
    </dgm:pt>
    <dgm:pt modelId="{15CD515E-6FE6-434B-AA27-1F4E474FAF20}" type="pres">
      <dgm:prSet presAssocID="{A6DC8CB8-1E01-4C92-9BB1-A45A431DCBBC}" presName="background3" presStyleLbl="node3" presStyleIdx="2" presStyleCnt="9"/>
      <dgm:spPr/>
    </dgm:pt>
    <dgm:pt modelId="{B0A9C9D2-139D-4E63-98BE-58C2C1470024}" type="pres">
      <dgm:prSet presAssocID="{A6DC8CB8-1E01-4C92-9BB1-A45A431DCBBC}" presName="text3" presStyleLbl="fgAcc3" presStyleIdx="2" presStyleCnt="9">
        <dgm:presLayoutVars>
          <dgm:chPref val="3"/>
        </dgm:presLayoutVars>
      </dgm:prSet>
      <dgm:spPr/>
    </dgm:pt>
    <dgm:pt modelId="{6E816C41-6352-47A2-AB79-A4FC534ECCFE}" type="pres">
      <dgm:prSet presAssocID="{A6DC8CB8-1E01-4C92-9BB1-A45A431DCBBC}" presName="hierChild4" presStyleCnt="0"/>
      <dgm:spPr/>
    </dgm:pt>
    <dgm:pt modelId="{3C714D84-7C9E-4059-83B9-AF5E259D0A09}" type="pres">
      <dgm:prSet presAssocID="{75538969-2180-4180-B850-93F4AD17DD3B}" presName="Name17" presStyleLbl="parChTrans1D3" presStyleIdx="3" presStyleCnt="9"/>
      <dgm:spPr/>
    </dgm:pt>
    <dgm:pt modelId="{84798D9B-44ED-497C-A734-043B9F38F4F5}" type="pres">
      <dgm:prSet presAssocID="{9D00CDA8-834B-4C51-9BF3-680FE8409510}" presName="hierRoot3" presStyleCnt="0"/>
      <dgm:spPr/>
    </dgm:pt>
    <dgm:pt modelId="{8A189160-4E22-4C50-981F-3653BC278F11}" type="pres">
      <dgm:prSet presAssocID="{9D00CDA8-834B-4C51-9BF3-680FE8409510}" presName="composite3" presStyleCnt="0"/>
      <dgm:spPr/>
    </dgm:pt>
    <dgm:pt modelId="{FF31C109-B98A-4D60-A504-D807C571E6DF}" type="pres">
      <dgm:prSet presAssocID="{9D00CDA8-834B-4C51-9BF3-680FE8409510}" presName="background3" presStyleLbl="node3" presStyleIdx="3" presStyleCnt="9"/>
      <dgm:spPr/>
    </dgm:pt>
    <dgm:pt modelId="{ACB5E9E5-376C-47D8-8454-4D201A2F0D5C}" type="pres">
      <dgm:prSet presAssocID="{9D00CDA8-834B-4C51-9BF3-680FE8409510}" presName="text3" presStyleLbl="fgAcc3" presStyleIdx="3" presStyleCnt="9">
        <dgm:presLayoutVars>
          <dgm:chPref val="3"/>
        </dgm:presLayoutVars>
      </dgm:prSet>
      <dgm:spPr/>
    </dgm:pt>
    <dgm:pt modelId="{3B0E713E-F988-4F3F-90D7-FE5C46D4B8CC}" type="pres">
      <dgm:prSet presAssocID="{9D00CDA8-834B-4C51-9BF3-680FE8409510}" presName="hierChild4" presStyleCnt="0"/>
      <dgm:spPr/>
    </dgm:pt>
    <dgm:pt modelId="{B8886B37-510B-4E09-91A0-50F08E8FB4E3}" type="pres">
      <dgm:prSet presAssocID="{EC1A4634-4054-4793-A936-536239EC53F0}" presName="Name17" presStyleLbl="parChTrans1D3" presStyleIdx="4" presStyleCnt="9"/>
      <dgm:spPr/>
    </dgm:pt>
    <dgm:pt modelId="{F5329FBD-39C6-4B65-A9DC-77A3C1072110}" type="pres">
      <dgm:prSet presAssocID="{D5121026-B10C-4E81-A8E8-4F2838AC53C6}" presName="hierRoot3" presStyleCnt="0"/>
      <dgm:spPr/>
    </dgm:pt>
    <dgm:pt modelId="{0EF4ED1E-FEB3-4AC0-9A5D-F42F8441F0FF}" type="pres">
      <dgm:prSet presAssocID="{D5121026-B10C-4E81-A8E8-4F2838AC53C6}" presName="composite3" presStyleCnt="0"/>
      <dgm:spPr/>
    </dgm:pt>
    <dgm:pt modelId="{43D55221-BEB7-408F-B62D-15B6B2C340D5}" type="pres">
      <dgm:prSet presAssocID="{D5121026-B10C-4E81-A8E8-4F2838AC53C6}" presName="background3" presStyleLbl="node3" presStyleIdx="4" presStyleCnt="9"/>
      <dgm:spPr/>
    </dgm:pt>
    <dgm:pt modelId="{1E740B43-CC78-48A3-A736-70DB7E6EE7EC}" type="pres">
      <dgm:prSet presAssocID="{D5121026-B10C-4E81-A8E8-4F2838AC53C6}" presName="text3" presStyleLbl="fgAcc3" presStyleIdx="4" presStyleCnt="9">
        <dgm:presLayoutVars>
          <dgm:chPref val="3"/>
        </dgm:presLayoutVars>
      </dgm:prSet>
      <dgm:spPr/>
    </dgm:pt>
    <dgm:pt modelId="{67C4F4D0-E974-45C9-9FFA-43253ECF0151}" type="pres">
      <dgm:prSet presAssocID="{D5121026-B10C-4E81-A8E8-4F2838AC53C6}" presName="hierChild4" presStyleCnt="0"/>
      <dgm:spPr/>
    </dgm:pt>
    <dgm:pt modelId="{247777BA-87A6-4292-A0ED-2F406791B917}" type="pres">
      <dgm:prSet presAssocID="{8609EC1A-27EC-4274-A463-F328DAE58591}" presName="Name10" presStyleLbl="parChTrans1D2" presStyleIdx="1" presStyleCnt="2"/>
      <dgm:spPr/>
    </dgm:pt>
    <dgm:pt modelId="{A67B61FF-031E-444E-A451-FBE8331F33F8}" type="pres">
      <dgm:prSet presAssocID="{4EFA8F1A-9255-48E0-AA49-E4032D2BDDE8}" presName="hierRoot2" presStyleCnt="0"/>
      <dgm:spPr/>
    </dgm:pt>
    <dgm:pt modelId="{02F9AB09-E978-4EA7-AE4C-BB0914A40625}" type="pres">
      <dgm:prSet presAssocID="{4EFA8F1A-9255-48E0-AA49-E4032D2BDDE8}" presName="composite2" presStyleCnt="0"/>
      <dgm:spPr/>
    </dgm:pt>
    <dgm:pt modelId="{D432D5A3-E6D8-4F84-A02F-94B494BD1B7E}" type="pres">
      <dgm:prSet presAssocID="{4EFA8F1A-9255-48E0-AA49-E4032D2BDDE8}" presName="background2" presStyleLbl="node2" presStyleIdx="1" presStyleCnt="2"/>
      <dgm:spPr/>
    </dgm:pt>
    <dgm:pt modelId="{082728B4-8329-458F-B82C-34A8E64CB7D9}" type="pres">
      <dgm:prSet presAssocID="{4EFA8F1A-9255-48E0-AA49-E4032D2BDDE8}" presName="text2" presStyleLbl="fgAcc2" presStyleIdx="1" presStyleCnt="2">
        <dgm:presLayoutVars>
          <dgm:chPref val="3"/>
        </dgm:presLayoutVars>
      </dgm:prSet>
      <dgm:spPr/>
    </dgm:pt>
    <dgm:pt modelId="{87C8F364-198A-4CEC-B51B-DD9059BE43ED}" type="pres">
      <dgm:prSet presAssocID="{4EFA8F1A-9255-48E0-AA49-E4032D2BDDE8}" presName="hierChild3" presStyleCnt="0"/>
      <dgm:spPr/>
    </dgm:pt>
    <dgm:pt modelId="{FA33E757-9B0A-4000-9571-F5463BF67F3B}" type="pres">
      <dgm:prSet presAssocID="{510BF168-16C8-4305-B28B-CF535FB1A519}" presName="Name17" presStyleLbl="parChTrans1D3" presStyleIdx="5" presStyleCnt="9"/>
      <dgm:spPr/>
    </dgm:pt>
    <dgm:pt modelId="{21938F05-0CC8-4739-94D9-D12745214BC4}" type="pres">
      <dgm:prSet presAssocID="{2D00CA69-3A2F-4229-836A-AD0BABEB85AC}" presName="hierRoot3" presStyleCnt="0"/>
      <dgm:spPr/>
    </dgm:pt>
    <dgm:pt modelId="{42B52083-11E6-4AB4-819D-3C1D15D22CC4}" type="pres">
      <dgm:prSet presAssocID="{2D00CA69-3A2F-4229-836A-AD0BABEB85AC}" presName="composite3" presStyleCnt="0"/>
      <dgm:spPr/>
    </dgm:pt>
    <dgm:pt modelId="{67324603-DC44-4829-9912-D5FFA88A0FBD}" type="pres">
      <dgm:prSet presAssocID="{2D00CA69-3A2F-4229-836A-AD0BABEB85AC}" presName="background3" presStyleLbl="node3" presStyleIdx="5" presStyleCnt="9"/>
      <dgm:spPr/>
    </dgm:pt>
    <dgm:pt modelId="{311040A6-4E13-413D-913B-1C08560FEE26}" type="pres">
      <dgm:prSet presAssocID="{2D00CA69-3A2F-4229-836A-AD0BABEB85AC}" presName="text3" presStyleLbl="fgAcc3" presStyleIdx="5" presStyleCnt="9">
        <dgm:presLayoutVars>
          <dgm:chPref val="3"/>
        </dgm:presLayoutVars>
      </dgm:prSet>
      <dgm:spPr/>
    </dgm:pt>
    <dgm:pt modelId="{9D2339E5-58F8-4B32-956E-195596644EF1}" type="pres">
      <dgm:prSet presAssocID="{2D00CA69-3A2F-4229-836A-AD0BABEB85AC}" presName="hierChild4" presStyleCnt="0"/>
      <dgm:spPr/>
    </dgm:pt>
    <dgm:pt modelId="{47CC9789-FA02-45DE-8717-CD269EE9FA04}" type="pres">
      <dgm:prSet presAssocID="{A4CCBC66-10B5-4892-935F-0C882CB62DC6}" presName="Name17" presStyleLbl="parChTrans1D3" presStyleIdx="6" presStyleCnt="9"/>
      <dgm:spPr/>
    </dgm:pt>
    <dgm:pt modelId="{55E8485C-B8EB-4FB8-BF82-F7129B312585}" type="pres">
      <dgm:prSet presAssocID="{F9A449F0-2998-4E33-B59F-5E0888D989DE}" presName="hierRoot3" presStyleCnt="0"/>
      <dgm:spPr/>
    </dgm:pt>
    <dgm:pt modelId="{4B7E8ED1-ABF9-46DB-B3CE-AFEB8ED65137}" type="pres">
      <dgm:prSet presAssocID="{F9A449F0-2998-4E33-B59F-5E0888D989DE}" presName="composite3" presStyleCnt="0"/>
      <dgm:spPr/>
    </dgm:pt>
    <dgm:pt modelId="{8B28CEA4-F311-4A69-87EC-45199BD97AA5}" type="pres">
      <dgm:prSet presAssocID="{F9A449F0-2998-4E33-B59F-5E0888D989DE}" presName="background3" presStyleLbl="node3" presStyleIdx="6" presStyleCnt="9"/>
      <dgm:spPr/>
    </dgm:pt>
    <dgm:pt modelId="{9E46986C-ED81-4236-87F9-991BEB38376E}" type="pres">
      <dgm:prSet presAssocID="{F9A449F0-2998-4E33-B59F-5E0888D989DE}" presName="text3" presStyleLbl="fgAcc3" presStyleIdx="6" presStyleCnt="9">
        <dgm:presLayoutVars>
          <dgm:chPref val="3"/>
        </dgm:presLayoutVars>
      </dgm:prSet>
      <dgm:spPr/>
    </dgm:pt>
    <dgm:pt modelId="{E8AEBAAE-A06E-4D83-AE1A-681EABADBD34}" type="pres">
      <dgm:prSet presAssocID="{F9A449F0-2998-4E33-B59F-5E0888D989DE}" presName="hierChild4" presStyleCnt="0"/>
      <dgm:spPr/>
    </dgm:pt>
    <dgm:pt modelId="{0BD33671-9934-48F5-B154-9CA6BB91D2B1}" type="pres">
      <dgm:prSet presAssocID="{A41EC5E3-38C2-47FC-8F5F-119439220AA5}" presName="Name17" presStyleLbl="parChTrans1D3" presStyleIdx="7" presStyleCnt="9"/>
      <dgm:spPr/>
    </dgm:pt>
    <dgm:pt modelId="{74C5505D-5F1E-4A56-B06F-8BDD6369031F}" type="pres">
      <dgm:prSet presAssocID="{89787ECC-4964-47D7-9FCE-65B393565142}" presName="hierRoot3" presStyleCnt="0"/>
      <dgm:spPr/>
    </dgm:pt>
    <dgm:pt modelId="{596FEC7C-A9FD-4100-9C08-1D62B4FBC4A9}" type="pres">
      <dgm:prSet presAssocID="{89787ECC-4964-47D7-9FCE-65B393565142}" presName="composite3" presStyleCnt="0"/>
      <dgm:spPr/>
    </dgm:pt>
    <dgm:pt modelId="{6B092407-CA11-403C-8E80-3499ED509805}" type="pres">
      <dgm:prSet presAssocID="{89787ECC-4964-47D7-9FCE-65B393565142}" presName="background3" presStyleLbl="node3" presStyleIdx="7" presStyleCnt="9"/>
      <dgm:spPr/>
    </dgm:pt>
    <dgm:pt modelId="{7B62D011-0662-44EA-917D-799D9176C710}" type="pres">
      <dgm:prSet presAssocID="{89787ECC-4964-47D7-9FCE-65B393565142}" presName="text3" presStyleLbl="fgAcc3" presStyleIdx="7" presStyleCnt="9">
        <dgm:presLayoutVars>
          <dgm:chPref val="3"/>
        </dgm:presLayoutVars>
      </dgm:prSet>
      <dgm:spPr/>
    </dgm:pt>
    <dgm:pt modelId="{597ABD80-9306-43C0-9780-500FEFD162FD}" type="pres">
      <dgm:prSet presAssocID="{89787ECC-4964-47D7-9FCE-65B393565142}" presName="hierChild4" presStyleCnt="0"/>
      <dgm:spPr/>
    </dgm:pt>
    <dgm:pt modelId="{D0981D73-02CC-46BE-86C1-5CDAB9DB7CC9}" type="pres">
      <dgm:prSet presAssocID="{2869EDAB-B4E1-4BF0-A646-936FB4A9DE46}" presName="Name17" presStyleLbl="parChTrans1D3" presStyleIdx="8" presStyleCnt="9"/>
      <dgm:spPr/>
    </dgm:pt>
    <dgm:pt modelId="{D6ECBF3C-E767-4C9D-AC0F-F9E14CDE6DFD}" type="pres">
      <dgm:prSet presAssocID="{3B0BAC49-546E-4642-8315-84526740B599}" presName="hierRoot3" presStyleCnt="0"/>
      <dgm:spPr/>
    </dgm:pt>
    <dgm:pt modelId="{A240C6F8-A958-48A6-BFFD-6E614897F5A0}" type="pres">
      <dgm:prSet presAssocID="{3B0BAC49-546E-4642-8315-84526740B599}" presName="composite3" presStyleCnt="0"/>
      <dgm:spPr/>
    </dgm:pt>
    <dgm:pt modelId="{6C8E1BB7-2BB7-4BF0-BADA-32CDA4269245}" type="pres">
      <dgm:prSet presAssocID="{3B0BAC49-546E-4642-8315-84526740B599}" presName="background3" presStyleLbl="node3" presStyleIdx="8" presStyleCnt="9"/>
      <dgm:spPr/>
    </dgm:pt>
    <dgm:pt modelId="{560547B7-A6E7-4371-82FF-064CA21B34BF}" type="pres">
      <dgm:prSet presAssocID="{3B0BAC49-546E-4642-8315-84526740B599}" presName="text3" presStyleLbl="fgAcc3" presStyleIdx="8" presStyleCnt="9">
        <dgm:presLayoutVars>
          <dgm:chPref val="3"/>
        </dgm:presLayoutVars>
      </dgm:prSet>
      <dgm:spPr/>
    </dgm:pt>
    <dgm:pt modelId="{CF3762A8-F3B5-41C5-B5F5-D8D24D93F05B}" type="pres">
      <dgm:prSet presAssocID="{3B0BAC49-546E-4642-8315-84526740B599}" presName="hierChild4" presStyleCnt="0"/>
      <dgm:spPr/>
    </dgm:pt>
  </dgm:ptLst>
  <dgm:cxnLst>
    <dgm:cxn modelId="{17C02604-2888-4CCA-BBC4-5AEFEEAA3E18}" type="presOf" srcId="{64D4117F-2887-4B10-8CB4-BB5067F5BFCA}" destId="{247E9039-E148-435D-8FDB-57E12C18C092}" srcOrd="0" destOrd="0" presId="urn:microsoft.com/office/officeart/2005/8/layout/hierarchy1"/>
    <dgm:cxn modelId="{ED0EF108-6A8A-45F1-887A-60B03AF50F10}" type="presOf" srcId="{3B0BAC49-546E-4642-8315-84526740B599}" destId="{560547B7-A6E7-4371-82FF-064CA21B34BF}" srcOrd="0" destOrd="0" presId="urn:microsoft.com/office/officeart/2005/8/layout/hierarchy1"/>
    <dgm:cxn modelId="{173AB10E-465E-4068-9CE7-270087DCAF1B}" type="presOf" srcId="{CE019B3A-7BFA-4D9F-A33B-55E61F4E582C}" destId="{97953500-8B82-4212-825D-A785366C8241}" srcOrd="0" destOrd="0" presId="urn:microsoft.com/office/officeart/2005/8/layout/hierarchy1"/>
    <dgm:cxn modelId="{A84B8915-B2FC-483E-898F-F7452650ED4F}" type="presOf" srcId="{F9A449F0-2998-4E33-B59F-5E0888D989DE}" destId="{9E46986C-ED81-4236-87F9-991BEB38376E}" srcOrd="0" destOrd="0" presId="urn:microsoft.com/office/officeart/2005/8/layout/hierarchy1"/>
    <dgm:cxn modelId="{A57D2219-27DC-4743-A2BB-FD988CE996E2}" type="presOf" srcId="{A6DC8CB8-1E01-4C92-9BB1-A45A431DCBBC}" destId="{B0A9C9D2-139D-4E63-98BE-58C2C1470024}" srcOrd="0" destOrd="0" presId="urn:microsoft.com/office/officeart/2005/8/layout/hierarchy1"/>
    <dgm:cxn modelId="{79EEEE1D-F731-4462-98AD-3F4A8E0C9435}" srcId="{4EFA8F1A-9255-48E0-AA49-E4032D2BDDE8}" destId="{89787ECC-4964-47D7-9FCE-65B393565142}" srcOrd="2" destOrd="0" parTransId="{A41EC5E3-38C2-47FC-8F5F-119439220AA5}" sibTransId="{1A233E5C-A89B-4F93-98ED-CF33DB486FA4}"/>
    <dgm:cxn modelId="{0C28A028-7BC7-4330-92E7-1C9513A142C5}" type="presOf" srcId="{CB2E41B2-C5D8-409B-8E13-0B6B994963EF}" destId="{CE71445C-B84D-4640-A3CA-556DB63C6ABC}" srcOrd="0" destOrd="0" presId="urn:microsoft.com/office/officeart/2005/8/layout/hierarchy1"/>
    <dgm:cxn modelId="{9258F532-4C60-4A80-8737-6F7869625E0E}" type="presOf" srcId="{8609EC1A-27EC-4274-A463-F328DAE58591}" destId="{247777BA-87A6-4292-A0ED-2F406791B917}" srcOrd="0" destOrd="0" presId="urn:microsoft.com/office/officeart/2005/8/layout/hierarchy1"/>
    <dgm:cxn modelId="{73B49434-9C98-4DAB-92C7-E8B0AA426094}" srcId="{4EFA8F1A-9255-48E0-AA49-E4032D2BDDE8}" destId="{3B0BAC49-546E-4642-8315-84526740B599}" srcOrd="3" destOrd="0" parTransId="{2869EDAB-B4E1-4BF0-A646-936FB4A9DE46}" sibTransId="{C469C89F-A89D-4850-8905-F6AB321BF740}"/>
    <dgm:cxn modelId="{F9FF165E-F6DC-4663-A9D6-E617F323B400}" type="presOf" srcId="{A4CCBC66-10B5-4892-935F-0C882CB62DC6}" destId="{47CC9789-FA02-45DE-8717-CD269EE9FA04}" srcOrd="0" destOrd="0" presId="urn:microsoft.com/office/officeart/2005/8/layout/hierarchy1"/>
    <dgm:cxn modelId="{46D65F61-DF74-44B9-A478-C48CE25EB8A9}" srcId="{4DF5E9FD-2D7D-4684-98A5-19FA899F3F17}" destId="{11A0DDD8-2656-4FF8-A24C-0F18CE4AD0F9}" srcOrd="0" destOrd="0" parTransId="{D882D54A-4BCC-4218-AA00-C3447189B160}" sibTransId="{40DB6500-C904-4908-899F-35B38761263D}"/>
    <dgm:cxn modelId="{23864F68-07DF-42B6-B575-134B96A71FA2}" srcId="{4EFA8F1A-9255-48E0-AA49-E4032D2BDDE8}" destId="{F9A449F0-2998-4E33-B59F-5E0888D989DE}" srcOrd="1" destOrd="0" parTransId="{A4CCBC66-10B5-4892-935F-0C882CB62DC6}" sibTransId="{D26DA233-64C7-4774-9210-49E86B523DC3}"/>
    <dgm:cxn modelId="{8AD5A148-07B9-44D8-A7D7-3A6D917BF458}" srcId="{4EFA8F1A-9255-48E0-AA49-E4032D2BDDE8}" destId="{2D00CA69-3A2F-4229-836A-AD0BABEB85AC}" srcOrd="0" destOrd="0" parTransId="{510BF168-16C8-4305-B28B-CF535FB1A519}" sibTransId="{9E465D6E-0B4E-4105-A74C-7C48D5C23022}"/>
    <dgm:cxn modelId="{2F6A434E-F5B4-4455-9325-42DA779DB59B}" type="presOf" srcId="{75538969-2180-4180-B850-93F4AD17DD3B}" destId="{3C714D84-7C9E-4059-83B9-AF5E259D0A09}" srcOrd="0" destOrd="0" presId="urn:microsoft.com/office/officeart/2005/8/layout/hierarchy1"/>
    <dgm:cxn modelId="{CF38CC51-CF2B-4425-A963-E1A3FCAAFD1F}" srcId="{11A0DDD8-2656-4FF8-A24C-0F18CE4AD0F9}" destId="{D5121026-B10C-4E81-A8E8-4F2838AC53C6}" srcOrd="4" destOrd="0" parTransId="{EC1A4634-4054-4793-A936-536239EC53F0}" sibTransId="{D53366D1-E93C-4327-B0BA-43ACF44C916B}"/>
    <dgm:cxn modelId="{74718753-EEAA-4B49-B09F-000ACBD12EB0}" type="presOf" srcId="{EC1A4634-4054-4793-A936-536239EC53F0}" destId="{B8886B37-510B-4E09-91A0-50F08E8FB4E3}" srcOrd="0" destOrd="0" presId="urn:microsoft.com/office/officeart/2005/8/layout/hierarchy1"/>
    <dgm:cxn modelId="{9F625275-E4D2-4082-A454-84FDFCEE8258}" type="presOf" srcId="{3353557F-C169-40B3-8A50-06F80E997B15}" destId="{21B0348C-9751-403C-8337-5E0867B9BDBD}" srcOrd="0" destOrd="0" presId="urn:microsoft.com/office/officeart/2005/8/layout/hierarchy1"/>
    <dgm:cxn modelId="{0E5D5759-C251-4E32-AE5F-2235A1A6411E}" type="presOf" srcId="{0F4A7F85-C1F2-4989-8942-0CD070B79904}" destId="{61308706-A36F-4294-BDA2-FBE57544909F}" srcOrd="0" destOrd="0" presId="urn:microsoft.com/office/officeart/2005/8/layout/hierarchy1"/>
    <dgm:cxn modelId="{ADB99794-5874-401B-A882-5451E3BDDA1F}" type="presOf" srcId="{22257180-755D-4050-B560-487BEC526FD4}" destId="{CC1B1002-62E8-48A4-979A-C639CFF2DFD0}" srcOrd="0" destOrd="0" presId="urn:microsoft.com/office/officeart/2005/8/layout/hierarchy1"/>
    <dgm:cxn modelId="{E14F709D-388D-45B0-83CF-1373E814A0F6}" type="presOf" srcId="{11A0DDD8-2656-4FF8-A24C-0F18CE4AD0F9}" destId="{3F4D94A4-18D5-4299-AFEF-AB66522CE368}" srcOrd="0" destOrd="0" presId="urn:microsoft.com/office/officeart/2005/8/layout/hierarchy1"/>
    <dgm:cxn modelId="{CCAC029F-2939-4875-BB5B-1CB1EE4A08A6}" type="presOf" srcId="{9D00CDA8-834B-4C51-9BF3-680FE8409510}" destId="{ACB5E9E5-376C-47D8-8454-4D201A2F0D5C}" srcOrd="0" destOrd="0" presId="urn:microsoft.com/office/officeart/2005/8/layout/hierarchy1"/>
    <dgm:cxn modelId="{D68D1F9F-3683-4F23-A4FC-AD98CF8A63E8}" type="presOf" srcId="{89787ECC-4964-47D7-9FCE-65B393565142}" destId="{7B62D011-0662-44EA-917D-799D9176C710}" srcOrd="0" destOrd="0" presId="urn:microsoft.com/office/officeart/2005/8/layout/hierarchy1"/>
    <dgm:cxn modelId="{6111DB9F-E7B4-4BEC-B2EE-593FE5A6D4D5}" type="presOf" srcId="{A41EC5E3-38C2-47FC-8F5F-119439220AA5}" destId="{0BD33671-9934-48F5-B154-9CA6BB91D2B1}" srcOrd="0" destOrd="0" presId="urn:microsoft.com/office/officeart/2005/8/layout/hierarchy1"/>
    <dgm:cxn modelId="{C05602A2-DDA4-4339-99A1-EBCBAA4D6911}" type="presOf" srcId="{2869EDAB-B4E1-4BF0-A646-936FB4A9DE46}" destId="{D0981D73-02CC-46BE-86C1-5CDAB9DB7CC9}" srcOrd="0" destOrd="0" presId="urn:microsoft.com/office/officeart/2005/8/layout/hierarchy1"/>
    <dgm:cxn modelId="{B3AAB3AC-A7D0-4457-B47E-DAFFFE86A904}" srcId="{64D4117F-2887-4B10-8CB4-BB5067F5BFCA}" destId="{4DF5E9FD-2D7D-4684-98A5-19FA899F3F17}" srcOrd="0" destOrd="0" parTransId="{AD12813A-D2A3-47BC-84E0-3D0D405D882F}" sibTransId="{E1B4DDD3-25AC-4118-AD54-ABCAE501FF53}"/>
    <dgm:cxn modelId="{EEA136B3-71BC-46D9-BAB5-E42B612A6A54}" type="presOf" srcId="{4EFA8F1A-9255-48E0-AA49-E4032D2BDDE8}" destId="{082728B4-8329-458F-B82C-34A8E64CB7D9}" srcOrd="0" destOrd="0" presId="urn:microsoft.com/office/officeart/2005/8/layout/hierarchy1"/>
    <dgm:cxn modelId="{06989BBC-87B4-49B8-A42A-179E2ED6CA0B}" srcId="{11A0DDD8-2656-4FF8-A24C-0F18CE4AD0F9}" destId="{3353557F-C169-40B3-8A50-06F80E997B15}" srcOrd="1" destOrd="0" parTransId="{CE019B3A-7BFA-4D9F-A33B-55E61F4E582C}" sibTransId="{04BDDC63-E09F-4970-91BB-C17434225F43}"/>
    <dgm:cxn modelId="{F4345FC1-DF4A-4919-B024-B045C9B74A19}" type="presOf" srcId="{510BF168-16C8-4305-B28B-CF535FB1A519}" destId="{FA33E757-9B0A-4000-9571-F5463BF67F3B}" srcOrd="0" destOrd="0" presId="urn:microsoft.com/office/officeart/2005/8/layout/hierarchy1"/>
    <dgm:cxn modelId="{1119A0C3-00B9-4D18-B2D0-51E475901003}" srcId="{4DF5E9FD-2D7D-4684-98A5-19FA899F3F17}" destId="{4EFA8F1A-9255-48E0-AA49-E4032D2BDDE8}" srcOrd="1" destOrd="0" parTransId="{8609EC1A-27EC-4274-A463-F328DAE58591}" sibTransId="{3C61771F-A5D7-4C13-B6D8-B222C41759FF}"/>
    <dgm:cxn modelId="{7EBD18C5-1AE0-4A82-A9E2-F351E8FC102C}" srcId="{11A0DDD8-2656-4FF8-A24C-0F18CE4AD0F9}" destId="{CB2E41B2-C5D8-409B-8E13-0B6B994963EF}" srcOrd="0" destOrd="0" parTransId="{0F4A7F85-C1F2-4989-8942-0CD070B79904}" sibTransId="{C1016D06-B10A-496B-BEE6-D5416D2A60D6}"/>
    <dgm:cxn modelId="{7D0140CA-C0B6-461A-9D2C-11592FDE473F}" type="presOf" srcId="{D882D54A-4BCC-4218-AA00-C3447189B160}" destId="{04C0E603-C3FB-41F7-9D6E-EBC7E23303DC}" srcOrd="0" destOrd="0" presId="urn:microsoft.com/office/officeart/2005/8/layout/hierarchy1"/>
    <dgm:cxn modelId="{B79792D4-9AE9-4A09-9D04-68265B83616A}" type="presOf" srcId="{2D00CA69-3A2F-4229-836A-AD0BABEB85AC}" destId="{311040A6-4E13-413D-913B-1C08560FEE26}" srcOrd="0" destOrd="0" presId="urn:microsoft.com/office/officeart/2005/8/layout/hierarchy1"/>
    <dgm:cxn modelId="{C2F1E3DB-CFD5-485A-A4B3-CC54E8D14B08}" type="presOf" srcId="{4DF5E9FD-2D7D-4684-98A5-19FA899F3F17}" destId="{7D9183F7-90E8-4C45-A2E7-147531455ACC}" srcOrd="0" destOrd="0" presId="urn:microsoft.com/office/officeart/2005/8/layout/hierarchy1"/>
    <dgm:cxn modelId="{98900CE8-D355-470D-AB45-46A893E551EE}" type="presOf" srcId="{D5121026-B10C-4E81-A8E8-4F2838AC53C6}" destId="{1E740B43-CC78-48A3-A736-70DB7E6EE7EC}" srcOrd="0" destOrd="0" presId="urn:microsoft.com/office/officeart/2005/8/layout/hierarchy1"/>
    <dgm:cxn modelId="{98009BEC-5F4C-407C-951A-DEF2F8AF72D8}" srcId="{11A0DDD8-2656-4FF8-A24C-0F18CE4AD0F9}" destId="{9D00CDA8-834B-4C51-9BF3-680FE8409510}" srcOrd="3" destOrd="0" parTransId="{75538969-2180-4180-B850-93F4AD17DD3B}" sibTransId="{F8B3ABB1-16CD-4582-8FF6-611D315E4179}"/>
    <dgm:cxn modelId="{DA9250FE-B24B-4EB7-B0DD-0AD63DEA028F}" srcId="{11A0DDD8-2656-4FF8-A24C-0F18CE4AD0F9}" destId="{A6DC8CB8-1E01-4C92-9BB1-A45A431DCBBC}" srcOrd="2" destOrd="0" parTransId="{22257180-755D-4050-B560-487BEC526FD4}" sibTransId="{C5C1E9B1-3431-49D9-BAD6-5AD0E55918B5}"/>
    <dgm:cxn modelId="{2721E26A-1FC0-4A45-B1FD-B2F4B0B0DC1F}" type="presParOf" srcId="{247E9039-E148-435D-8FDB-57E12C18C092}" destId="{E53A6D73-C72A-469E-B7EF-2C6DA6481369}" srcOrd="0" destOrd="0" presId="urn:microsoft.com/office/officeart/2005/8/layout/hierarchy1"/>
    <dgm:cxn modelId="{FFF2FAAC-46E4-4E29-B57B-F636DDA07D7B}" type="presParOf" srcId="{E53A6D73-C72A-469E-B7EF-2C6DA6481369}" destId="{4CD81897-2CDB-4EF6-B8D5-04814502BBC7}" srcOrd="0" destOrd="0" presId="urn:microsoft.com/office/officeart/2005/8/layout/hierarchy1"/>
    <dgm:cxn modelId="{370283E7-4984-49CD-8BC5-383AFB611ACD}" type="presParOf" srcId="{4CD81897-2CDB-4EF6-B8D5-04814502BBC7}" destId="{6B6B42CD-72D2-42DC-B3C6-216B79A39B07}" srcOrd="0" destOrd="0" presId="urn:microsoft.com/office/officeart/2005/8/layout/hierarchy1"/>
    <dgm:cxn modelId="{5CE83D64-1425-4C00-A060-53BECD8774B3}" type="presParOf" srcId="{4CD81897-2CDB-4EF6-B8D5-04814502BBC7}" destId="{7D9183F7-90E8-4C45-A2E7-147531455ACC}" srcOrd="1" destOrd="0" presId="urn:microsoft.com/office/officeart/2005/8/layout/hierarchy1"/>
    <dgm:cxn modelId="{49C6E3A0-0461-433B-9F78-05D4B6FFD731}" type="presParOf" srcId="{E53A6D73-C72A-469E-B7EF-2C6DA6481369}" destId="{74FF677E-5BE9-468B-B4D7-B92D4BDBD5E6}" srcOrd="1" destOrd="0" presId="urn:microsoft.com/office/officeart/2005/8/layout/hierarchy1"/>
    <dgm:cxn modelId="{BF36137D-2C63-449A-A1CF-7ACBE100675B}" type="presParOf" srcId="{74FF677E-5BE9-468B-B4D7-B92D4BDBD5E6}" destId="{04C0E603-C3FB-41F7-9D6E-EBC7E23303DC}" srcOrd="0" destOrd="0" presId="urn:microsoft.com/office/officeart/2005/8/layout/hierarchy1"/>
    <dgm:cxn modelId="{E8482000-0D38-4898-95FF-A11C17BA1300}" type="presParOf" srcId="{74FF677E-5BE9-468B-B4D7-B92D4BDBD5E6}" destId="{BBE6C26C-B424-413E-9D39-5597C0D9DE58}" srcOrd="1" destOrd="0" presId="urn:microsoft.com/office/officeart/2005/8/layout/hierarchy1"/>
    <dgm:cxn modelId="{B65B4CE4-000D-4588-94E8-82AFD0D2E4F4}" type="presParOf" srcId="{BBE6C26C-B424-413E-9D39-5597C0D9DE58}" destId="{6CE2C5B9-207E-420F-A4C6-0E239A5AEE15}" srcOrd="0" destOrd="0" presId="urn:microsoft.com/office/officeart/2005/8/layout/hierarchy1"/>
    <dgm:cxn modelId="{770B587A-FCA6-4E1E-84D1-1A38AB769145}" type="presParOf" srcId="{6CE2C5B9-207E-420F-A4C6-0E239A5AEE15}" destId="{FA638B21-ECDB-4794-ADEF-B76F0919CFD8}" srcOrd="0" destOrd="0" presId="urn:microsoft.com/office/officeart/2005/8/layout/hierarchy1"/>
    <dgm:cxn modelId="{FACE8F5B-C8AA-42FD-87B9-069DD6222A84}" type="presParOf" srcId="{6CE2C5B9-207E-420F-A4C6-0E239A5AEE15}" destId="{3F4D94A4-18D5-4299-AFEF-AB66522CE368}" srcOrd="1" destOrd="0" presId="urn:microsoft.com/office/officeart/2005/8/layout/hierarchy1"/>
    <dgm:cxn modelId="{1FB5CA84-EDA7-405E-9049-B54EF0B3F259}" type="presParOf" srcId="{BBE6C26C-B424-413E-9D39-5597C0D9DE58}" destId="{56CC74BE-4CD9-42DB-81F2-7FC4B5FDC94D}" srcOrd="1" destOrd="0" presId="urn:microsoft.com/office/officeart/2005/8/layout/hierarchy1"/>
    <dgm:cxn modelId="{7695E14A-06D7-4CFD-ABE4-6D63010E7D92}" type="presParOf" srcId="{56CC74BE-4CD9-42DB-81F2-7FC4B5FDC94D}" destId="{61308706-A36F-4294-BDA2-FBE57544909F}" srcOrd="0" destOrd="0" presId="urn:microsoft.com/office/officeart/2005/8/layout/hierarchy1"/>
    <dgm:cxn modelId="{CEC416E6-32D1-4A1B-83EE-4B9AE25F2344}" type="presParOf" srcId="{56CC74BE-4CD9-42DB-81F2-7FC4B5FDC94D}" destId="{FE5899EC-31F4-4B7E-B302-047D0F0CC464}" srcOrd="1" destOrd="0" presId="urn:microsoft.com/office/officeart/2005/8/layout/hierarchy1"/>
    <dgm:cxn modelId="{8A0470B6-D591-41DE-A0B9-B2E33E688AED}" type="presParOf" srcId="{FE5899EC-31F4-4B7E-B302-047D0F0CC464}" destId="{3D4B75A0-592C-4560-8665-4387A4D5809C}" srcOrd="0" destOrd="0" presId="urn:microsoft.com/office/officeart/2005/8/layout/hierarchy1"/>
    <dgm:cxn modelId="{4784836D-98B2-472D-BAC1-763BC3AD023C}" type="presParOf" srcId="{3D4B75A0-592C-4560-8665-4387A4D5809C}" destId="{D80C5C53-EA7D-4D5D-93BC-7B1B10948155}" srcOrd="0" destOrd="0" presId="urn:microsoft.com/office/officeart/2005/8/layout/hierarchy1"/>
    <dgm:cxn modelId="{EA9E8866-42BD-4B5D-946F-CD8338D8D2C0}" type="presParOf" srcId="{3D4B75A0-592C-4560-8665-4387A4D5809C}" destId="{CE71445C-B84D-4640-A3CA-556DB63C6ABC}" srcOrd="1" destOrd="0" presId="urn:microsoft.com/office/officeart/2005/8/layout/hierarchy1"/>
    <dgm:cxn modelId="{DECF3EC0-1A35-49C2-84CE-C6860FB5FFC0}" type="presParOf" srcId="{FE5899EC-31F4-4B7E-B302-047D0F0CC464}" destId="{DBF04B0E-3A43-424C-9C5C-13658546A5B8}" srcOrd="1" destOrd="0" presId="urn:microsoft.com/office/officeart/2005/8/layout/hierarchy1"/>
    <dgm:cxn modelId="{9E17CBB3-FA35-4C49-9C56-198F3A5593CC}" type="presParOf" srcId="{56CC74BE-4CD9-42DB-81F2-7FC4B5FDC94D}" destId="{97953500-8B82-4212-825D-A785366C8241}" srcOrd="2" destOrd="0" presId="urn:microsoft.com/office/officeart/2005/8/layout/hierarchy1"/>
    <dgm:cxn modelId="{663E4EA9-3F8F-4A04-A9BB-51B6C9B471EB}" type="presParOf" srcId="{56CC74BE-4CD9-42DB-81F2-7FC4B5FDC94D}" destId="{CED2A963-D275-49AC-81F3-431E3D84A505}" srcOrd="3" destOrd="0" presId="urn:microsoft.com/office/officeart/2005/8/layout/hierarchy1"/>
    <dgm:cxn modelId="{E68C2957-5E38-497E-9490-56F00C8BD6F9}" type="presParOf" srcId="{CED2A963-D275-49AC-81F3-431E3D84A505}" destId="{57E3FDC4-2BFB-4934-BC5F-019402461733}" srcOrd="0" destOrd="0" presId="urn:microsoft.com/office/officeart/2005/8/layout/hierarchy1"/>
    <dgm:cxn modelId="{AB70D992-966D-4FCB-AE16-C0E2E2419220}" type="presParOf" srcId="{57E3FDC4-2BFB-4934-BC5F-019402461733}" destId="{1A914A84-EAF4-4A3E-91D1-5F444DBDADD8}" srcOrd="0" destOrd="0" presId="urn:microsoft.com/office/officeart/2005/8/layout/hierarchy1"/>
    <dgm:cxn modelId="{4557D438-C3DA-466D-9983-189F3F3DA6B1}" type="presParOf" srcId="{57E3FDC4-2BFB-4934-BC5F-019402461733}" destId="{21B0348C-9751-403C-8337-5E0867B9BDBD}" srcOrd="1" destOrd="0" presId="urn:microsoft.com/office/officeart/2005/8/layout/hierarchy1"/>
    <dgm:cxn modelId="{531D48A4-44FF-4321-BB99-EBA6C96F4892}" type="presParOf" srcId="{CED2A963-D275-49AC-81F3-431E3D84A505}" destId="{FA2261F7-4A65-4761-8A63-672CFDA56F76}" srcOrd="1" destOrd="0" presId="urn:microsoft.com/office/officeart/2005/8/layout/hierarchy1"/>
    <dgm:cxn modelId="{0E65B20B-5B7C-42F4-B075-C482671E8D3F}" type="presParOf" srcId="{56CC74BE-4CD9-42DB-81F2-7FC4B5FDC94D}" destId="{CC1B1002-62E8-48A4-979A-C639CFF2DFD0}" srcOrd="4" destOrd="0" presId="urn:microsoft.com/office/officeart/2005/8/layout/hierarchy1"/>
    <dgm:cxn modelId="{E5D7A227-12F1-402E-AA3D-D91DDD057B4E}" type="presParOf" srcId="{56CC74BE-4CD9-42DB-81F2-7FC4B5FDC94D}" destId="{A1ED892B-8423-45A5-8E9A-C7CF800C1A06}" srcOrd="5" destOrd="0" presId="urn:microsoft.com/office/officeart/2005/8/layout/hierarchy1"/>
    <dgm:cxn modelId="{7FE7442A-2028-4AB9-AAF1-72D90843801C}" type="presParOf" srcId="{A1ED892B-8423-45A5-8E9A-C7CF800C1A06}" destId="{E67D5B93-39FA-4D93-A6C8-84AD6518B64E}" srcOrd="0" destOrd="0" presId="urn:microsoft.com/office/officeart/2005/8/layout/hierarchy1"/>
    <dgm:cxn modelId="{999C21C8-E7BB-4A5B-B75D-1FCF3C172236}" type="presParOf" srcId="{E67D5B93-39FA-4D93-A6C8-84AD6518B64E}" destId="{15CD515E-6FE6-434B-AA27-1F4E474FAF20}" srcOrd="0" destOrd="0" presId="urn:microsoft.com/office/officeart/2005/8/layout/hierarchy1"/>
    <dgm:cxn modelId="{86B6CC32-B120-4BDE-8D32-A2F35CD607C9}" type="presParOf" srcId="{E67D5B93-39FA-4D93-A6C8-84AD6518B64E}" destId="{B0A9C9D2-139D-4E63-98BE-58C2C1470024}" srcOrd="1" destOrd="0" presId="urn:microsoft.com/office/officeart/2005/8/layout/hierarchy1"/>
    <dgm:cxn modelId="{0DD56829-C4F6-43D5-AEA0-49A558F97D6C}" type="presParOf" srcId="{A1ED892B-8423-45A5-8E9A-C7CF800C1A06}" destId="{6E816C41-6352-47A2-AB79-A4FC534ECCFE}" srcOrd="1" destOrd="0" presId="urn:microsoft.com/office/officeart/2005/8/layout/hierarchy1"/>
    <dgm:cxn modelId="{6A21DCCE-DDA6-498F-8B40-6849E276EE19}" type="presParOf" srcId="{56CC74BE-4CD9-42DB-81F2-7FC4B5FDC94D}" destId="{3C714D84-7C9E-4059-83B9-AF5E259D0A09}" srcOrd="6" destOrd="0" presId="urn:microsoft.com/office/officeart/2005/8/layout/hierarchy1"/>
    <dgm:cxn modelId="{1BF18303-5D72-49F6-80E4-77673B33A17D}" type="presParOf" srcId="{56CC74BE-4CD9-42DB-81F2-7FC4B5FDC94D}" destId="{84798D9B-44ED-497C-A734-043B9F38F4F5}" srcOrd="7" destOrd="0" presId="urn:microsoft.com/office/officeart/2005/8/layout/hierarchy1"/>
    <dgm:cxn modelId="{5F8F67A5-9DDC-4F7B-B5F5-D7D309D8A83C}" type="presParOf" srcId="{84798D9B-44ED-497C-A734-043B9F38F4F5}" destId="{8A189160-4E22-4C50-981F-3653BC278F11}" srcOrd="0" destOrd="0" presId="urn:microsoft.com/office/officeart/2005/8/layout/hierarchy1"/>
    <dgm:cxn modelId="{880B833A-AB69-44AE-9CBB-2955B37D3B93}" type="presParOf" srcId="{8A189160-4E22-4C50-981F-3653BC278F11}" destId="{FF31C109-B98A-4D60-A504-D807C571E6DF}" srcOrd="0" destOrd="0" presId="urn:microsoft.com/office/officeart/2005/8/layout/hierarchy1"/>
    <dgm:cxn modelId="{9D523293-4ED4-42AC-884F-9DDC416E55D5}" type="presParOf" srcId="{8A189160-4E22-4C50-981F-3653BC278F11}" destId="{ACB5E9E5-376C-47D8-8454-4D201A2F0D5C}" srcOrd="1" destOrd="0" presId="urn:microsoft.com/office/officeart/2005/8/layout/hierarchy1"/>
    <dgm:cxn modelId="{45B2DA8B-EC1A-40FB-9766-185A7E5FEE35}" type="presParOf" srcId="{84798D9B-44ED-497C-A734-043B9F38F4F5}" destId="{3B0E713E-F988-4F3F-90D7-FE5C46D4B8CC}" srcOrd="1" destOrd="0" presId="urn:microsoft.com/office/officeart/2005/8/layout/hierarchy1"/>
    <dgm:cxn modelId="{DB71C190-A9AA-4529-83FF-8C2CE2A8412F}" type="presParOf" srcId="{56CC74BE-4CD9-42DB-81F2-7FC4B5FDC94D}" destId="{B8886B37-510B-4E09-91A0-50F08E8FB4E3}" srcOrd="8" destOrd="0" presId="urn:microsoft.com/office/officeart/2005/8/layout/hierarchy1"/>
    <dgm:cxn modelId="{88037BEE-E731-4C10-9E8D-98B965A995F6}" type="presParOf" srcId="{56CC74BE-4CD9-42DB-81F2-7FC4B5FDC94D}" destId="{F5329FBD-39C6-4B65-A9DC-77A3C1072110}" srcOrd="9" destOrd="0" presId="urn:microsoft.com/office/officeart/2005/8/layout/hierarchy1"/>
    <dgm:cxn modelId="{8D835296-16E8-4951-B265-53B5E711E5F6}" type="presParOf" srcId="{F5329FBD-39C6-4B65-A9DC-77A3C1072110}" destId="{0EF4ED1E-FEB3-4AC0-9A5D-F42F8441F0FF}" srcOrd="0" destOrd="0" presId="urn:microsoft.com/office/officeart/2005/8/layout/hierarchy1"/>
    <dgm:cxn modelId="{94529367-589A-499A-867F-2DEB735F6163}" type="presParOf" srcId="{0EF4ED1E-FEB3-4AC0-9A5D-F42F8441F0FF}" destId="{43D55221-BEB7-408F-B62D-15B6B2C340D5}" srcOrd="0" destOrd="0" presId="urn:microsoft.com/office/officeart/2005/8/layout/hierarchy1"/>
    <dgm:cxn modelId="{96C6CEBC-E802-44DA-90CE-2CCC7020C16F}" type="presParOf" srcId="{0EF4ED1E-FEB3-4AC0-9A5D-F42F8441F0FF}" destId="{1E740B43-CC78-48A3-A736-70DB7E6EE7EC}" srcOrd="1" destOrd="0" presId="urn:microsoft.com/office/officeart/2005/8/layout/hierarchy1"/>
    <dgm:cxn modelId="{38B93321-46DC-4159-A750-919D1A6CBBE5}" type="presParOf" srcId="{F5329FBD-39C6-4B65-A9DC-77A3C1072110}" destId="{67C4F4D0-E974-45C9-9FFA-43253ECF0151}" srcOrd="1" destOrd="0" presId="urn:microsoft.com/office/officeart/2005/8/layout/hierarchy1"/>
    <dgm:cxn modelId="{58E9213B-ECC6-4F70-B163-DDEEFB44ADF2}" type="presParOf" srcId="{74FF677E-5BE9-468B-B4D7-B92D4BDBD5E6}" destId="{247777BA-87A6-4292-A0ED-2F406791B917}" srcOrd="2" destOrd="0" presId="urn:microsoft.com/office/officeart/2005/8/layout/hierarchy1"/>
    <dgm:cxn modelId="{32833036-C122-4867-8F80-13A70A8D761E}" type="presParOf" srcId="{74FF677E-5BE9-468B-B4D7-B92D4BDBD5E6}" destId="{A67B61FF-031E-444E-A451-FBE8331F33F8}" srcOrd="3" destOrd="0" presId="urn:microsoft.com/office/officeart/2005/8/layout/hierarchy1"/>
    <dgm:cxn modelId="{79794885-A735-49FB-842F-3D2C6DFD5844}" type="presParOf" srcId="{A67B61FF-031E-444E-A451-FBE8331F33F8}" destId="{02F9AB09-E978-4EA7-AE4C-BB0914A40625}" srcOrd="0" destOrd="0" presId="urn:microsoft.com/office/officeart/2005/8/layout/hierarchy1"/>
    <dgm:cxn modelId="{7FA654EA-BBE6-432F-99EB-847B64A1DED4}" type="presParOf" srcId="{02F9AB09-E978-4EA7-AE4C-BB0914A40625}" destId="{D432D5A3-E6D8-4F84-A02F-94B494BD1B7E}" srcOrd="0" destOrd="0" presId="urn:microsoft.com/office/officeart/2005/8/layout/hierarchy1"/>
    <dgm:cxn modelId="{08485D7C-67B5-424A-BC87-F3F53D81BBD4}" type="presParOf" srcId="{02F9AB09-E978-4EA7-AE4C-BB0914A40625}" destId="{082728B4-8329-458F-B82C-34A8E64CB7D9}" srcOrd="1" destOrd="0" presId="urn:microsoft.com/office/officeart/2005/8/layout/hierarchy1"/>
    <dgm:cxn modelId="{C4899DDE-0BDA-473A-829E-B4DC30C0F766}" type="presParOf" srcId="{A67B61FF-031E-444E-A451-FBE8331F33F8}" destId="{87C8F364-198A-4CEC-B51B-DD9059BE43ED}" srcOrd="1" destOrd="0" presId="urn:microsoft.com/office/officeart/2005/8/layout/hierarchy1"/>
    <dgm:cxn modelId="{58ADE732-9850-4696-AF01-A4AA277CDE2B}" type="presParOf" srcId="{87C8F364-198A-4CEC-B51B-DD9059BE43ED}" destId="{FA33E757-9B0A-4000-9571-F5463BF67F3B}" srcOrd="0" destOrd="0" presId="urn:microsoft.com/office/officeart/2005/8/layout/hierarchy1"/>
    <dgm:cxn modelId="{26298C15-F79D-41D7-9F1D-F50A8AF36D9F}" type="presParOf" srcId="{87C8F364-198A-4CEC-B51B-DD9059BE43ED}" destId="{21938F05-0CC8-4739-94D9-D12745214BC4}" srcOrd="1" destOrd="0" presId="urn:microsoft.com/office/officeart/2005/8/layout/hierarchy1"/>
    <dgm:cxn modelId="{14F8F92F-8884-4E3D-B6B4-E6ADB68985AC}" type="presParOf" srcId="{21938F05-0CC8-4739-94D9-D12745214BC4}" destId="{42B52083-11E6-4AB4-819D-3C1D15D22CC4}" srcOrd="0" destOrd="0" presId="urn:microsoft.com/office/officeart/2005/8/layout/hierarchy1"/>
    <dgm:cxn modelId="{C130231F-63D6-4A39-8925-9E456E982301}" type="presParOf" srcId="{42B52083-11E6-4AB4-819D-3C1D15D22CC4}" destId="{67324603-DC44-4829-9912-D5FFA88A0FBD}" srcOrd="0" destOrd="0" presId="urn:microsoft.com/office/officeart/2005/8/layout/hierarchy1"/>
    <dgm:cxn modelId="{5EC7169C-67B4-41BA-B756-0874A66209D0}" type="presParOf" srcId="{42B52083-11E6-4AB4-819D-3C1D15D22CC4}" destId="{311040A6-4E13-413D-913B-1C08560FEE26}" srcOrd="1" destOrd="0" presId="urn:microsoft.com/office/officeart/2005/8/layout/hierarchy1"/>
    <dgm:cxn modelId="{B6FA7C37-228E-4E1F-A7F3-D4610DA77672}" type="presParOf" srcId="{21938F05-0CC8-4739-94D9-D12745214BC4}" destId="{9D2339E5-58F8-4B32-956E-195596644EF1}" srcOrd="1" destOrd="0" presId="urn:microsoft.com/office/officeart/2005/8/layout/hierarchy1"/>
    <dgm:cxn modelId="{777F7A36-9FC0-4721-B8FA-1283AB8F50DB}" type="presParOf" srcId="{87C8F364-198A-4CEC-B51B-DD9059BE43ED}" destId="{47CC9789-FA02-45DE-8717-CD269EE9FA04}" srcOrd="2" destOrd="0" presId="urn:microsoft.com/office/officeart/2005/8/layout/hierarchy1"/>
    <dgm:cxn modelId="{984213E8-D6AA-4A90-B15A-71E34D17C519}" type="presParOf" srcId="{87C8F364-198A-4CEC-B51B-DD9059BE43ED}" destId="{55E8485C-B8EB-4FB8-BF82-F7129B312585}" srcOrd="3" destOrd="0" presId="urn:microsoft.com/office/officeart/2005/8/layout/hierarchy1"/>
    <dgm:cxn modelId="{8D327C14-77A7-4445-A7FE-C53387F47DE3}" type="presParOf" srcId="{55E8485C-B8EB-4FB8-BF82-F7129B312585}" destId="{4B7E8ED1-ABF9-46DB-B3CE-AFEB8ED65137}" srcOrd="0" destOrd="0" presId="urn:microsoft.com/office/officeart/2005/8/layout/hierarchy1"/>
    <dgm:cxn modelId="{2B7B6CFE-F165-4869-AD08-E69163BC0EB1}" type="presParOf" srcId="{4B7E8ED1-ABF9-46DB-B3CE-AFEB8ED65137}" destId="{8B28CEA4-F311-4A69-87EC-45199BD97AA5}" srcOrd="0" destOrd="0" presId="urn:microsoft.com/office/officeart/2005/8/layout/hierarchy1"/>
    <dgm:cxn modelId="{AD0A78BA-3465-4A63-B494-B31E6616764A}" type="presParOf" srcId="{4B7E8ED1-ABF9-46DB-B3CE-AFEB8ED65137}" destId="{9E46986C-ED81-4236-87F9-991BEB38376E}" srcOrd="1" destOrd="0" presId="urn:microsoft.com/office/officeart/2005/8/layout/hierarchy1"/>
    <dgm:cxn modelId="{5B98AE82-2013-4B11-88A8-4444E5C1C57C}" type="presParOf" srcId="{55E8485C-B8EB-4FB8-BF82-F7129B312585}" destId="{E8AEBAAE-A06E-4D83-AE1A-681EABADBD34}" srcOrd="1" destOrd="0" presId="urn:microsoft.com/office/officeart/2005/8/layout/hierarchy1"/>
    <dgm:cxn modelId="{1F8D839C-E9E1-412F-8AAB-18631D12BD84}" type="presParOf" srcId="{87C8F364-198A-4CEC-B51B-DD9059BE43ED}" destId="{0BD33671-9934-48F5-B154-9CA6BB91D2B1}" srcOrd="4" destOrd="0" presId="urn:microsoft.com/office/officeart/2005/8/layout/hierarchy1"/>
    <dgm:cxn modelId="{16448FA6-F038-4D0A-9057-F470CC686C9A}" type="presParOf" srcId="{87C8F364-198A-4CEC-B51B-DD9059BE43ED}" destId="{74C5505D-5F1E-4A56-B06F-8BDD6369031F}" srcOrd="5" destOrd="0" presId="urn:microsoft.com/office/officeart/2005/8/layout/hierarchy1"/>
    <dgm:cxn modelId="{E6C243B4-4487-43BB-8F20-B219C5EBAD90}" type="presParOf" srcId="{74C5505D-5F1E-4A56-B06F-8BDD6369031F}" destId="{596FEC7C-A9FD-4100-9C08-1D62B4FBC4A9}" srcOrd="0" destOrd="0" presId="urn:microsoft.com/office/officeart/2005/8/layout/hierarchy1"/>
    <dgm:cxn modelId="{A7AAE0F2-8783-4847-A8F2-47B3E4E4E168}" type="presParOf" srcId="{596FEC7C-A9FD-4100-9C08-1D62B4FBC4A9}" destId="{6B092407-CA11-403C-8E80-3499ED509805}" srcOrd="0" destOrd="0" presId="urn:microsoft.com/office/officeart/2005/8/layout/hierarchy1"/>
    <dgm:cxn modelId="{9DAABEE2-6E25-42EA-ADC1-D4DB004A07A4}" type="presParOf" srcId="{596FEC7C-A9FD-4100-9C08-1D62B4FBC4A9}" destId="{7B62D011-0662-44EA-917D-799D9176C710}" srcOrd="1" destOrd="0" presId="urn:microsoft.com/office/officeart/2005/8/layout/hierarchy1"/>
    <dgm:cxn modelId="{235105BB-AFC1-40BD-8F4E-035EFC0F75B1}" type="presParOf" srcId="{74C5505D-5F1E-4A56-B06F-8BDD6369031F}" destId="{597ABD80-9306-43C0-9780-500FEFD162FD}" srcOrd="1" destOrd="0" presId="urn:microsoft.com/office/officeart/2005/8/layout/hierarchy1"/>
    <dgm:cxn modelId="{3DFE351B-9E60-4D07-A48D-27A042A8D4C0}" type="presParOf" srcId="{87C8F364-198A-4CEC-B51B-DD9059BE43ED}" destId="{D0981D73-02CC-46BE-86C1-5CDAB9DB7CC9}" srcOrd="6" destOrd="0" presId="urn:microsoft.com/office/officeart/2005/8/layout/hierarchy1"/>
    <dgm:cxn modelId="{DA863E3C-4FED-4049-A046-BDBBF19A9FA4}" type="presParOf" srcId="{87C8F364-198A-4CEC-B51B-DD9059BE43ED}" destId="{D6ECBF3C-E767-4C9D-AC0F-F9E14CDE6DFD}" srcOrd="7" destOrd="0" presId="urn:microsoft.com/office/officeart/2005/8/layout/hierarchy1"/>
    <dgm:cxn modelId="{4063852F-E86D-4054-A8E8-74F103C92833}" type="presParOf" srcId="{D6ECBF3C-E767-4C9D-AC0F-F9E14CDE6DFD}" destId="{A240C6F8-A958-48A6-BFFD-6E614897F5A0}" srcOrd="0" destOrd="0" presId="urn:microsoft.com/office/officeart/2005/8/layout/hierarchy1"/>
    <dgm:cxn modelId="{37269A67-5910-4681-9BC8-75E8CF4E4C06}" type="presParOf" srcId="{A240C6F8-A958-48A6-BFFD-6E614897F5A0}" destId="{6C8E1BB7-2BB7-4BF0-BADA-32CDA4269245}" srcOrd="0" destOrd="0" presId="urn:microsoft.com/office/officeart/2005/8/layout/hierarchy1"/>
    <dgm:cxn modelId="{432F8280-61FB-4BA4-A182-D393710B852A}" type="presParOf" srcId="{A240C6F8-A958-48A6-BFFD-6E614897F5A0}" destId="{560547B7-A6E7-4371-82FF-064CA21B34BF}" srcOrd="1" destOrd="0" presId="urn:microsoft.com/office/officeart/2005/8/layout/hierarchy1"/>
    <dgm:cxn modelId="{477A0ABB-C3F3-4756-B792-E78476105EF7}" type="presParOf" srcId="{D6ECBF3C-E767-4C9D-AC0F-F9E14CDE6DFD}" destId="{CF3762A8-F3B5-41C5-B5F5-D8D24D93F0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81D73-02CC-46BE-86C1-5CDAB9DB7CC9}">
      <dsp:nvSpPr>
        <dsp:cNvPr id="0" name=""/>
        <dsp:cNvSpPr/>
      </dsp:nvSpPr>
      <dsp:spPr>
        <a:xfrm>
          <a:off x="9326969" y="3552739"/>
          <a:ext cx="2023499" cy="321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52"/>
              </a:lnTo>
              <a:lnTo>
                <a:pt x="2023499" y="218752"/>
              </a:lnTo>
              <a:lnTo>
                <a:pt x="2023499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33671-9934-48F5-B154-9CA6BB91D2B1}">
      <dsp:nvSpPr>
        <dsp:cNvPr id="0" name=""/>
        <dsp:cNvSpPr/>
      </dsp:nvSpPr>
      <dsp:spPr>
        <a:xfrm>
          <a:off x="9326969" y="3552739"/>
          <a:ext cx="674499" cy="321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52"/>
              </a:lnTo>
              <a:lnTo>
                <a:pt x="674499" y="218752"/>
              </a:lnTo>
              <a:lnTo>
                <a:pt x="674499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CC9789-FA02-45DE-8717-CD269EE9FA04}">
      <dsp:nvSpPr>
        <dsp:cNvPr id="0" name=""/>
        <dsp:cNvSpPr/>
      </dsp:nvSpPr>
      <dsp:spPr>
        <a:xfrm>
          <a:off x="8652469" y="3552739"/>
          <a:ext cx="674499" cy="321000"/>
        </a:xfrm>
        <a:custGeom>
          <a:avLst/>
          <a:gdLst/>
          <a:ahLst/>
          <a:cxnLst/>
          <a:rect l="0" t="0" r="0" b="0"/>
          <a:pathLst>
            <a:path>
              <a:moveTo>
                <a:pt x="674499" y="0"/>
              </a:moveTo>
              <a:lnTo>
                <a:pt x="674499" y="218752"/>
              </a:lnTo>
              <a:lnTo>
                <a:pt x="0" y="218752"/>
              </a:lnTo>
              <a:lnTo>
                <a:pt x="0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33E757-9B0A-4000-9571-F5463BF67F3B}">
      <dsp:nvSpPr>
        <dsp:cNvPr id="0" name=""/>
        <dsp:cNvSpPr/>
      </dsp:nvSpPr>
      <dsp:spPr>
        <a:xfrm>
          <a:off x="7303470" y="3552739"/>
          <a:ext cx="2023499" cy="321000"/>
        </a:xfrm>
        <a:custGeom>
          <a:avLst/>
          <a:gdLst/>
          <a:ahLst/>
          <a:cxnLst/>
          <a:rect l="0" t="0" r="0" b="0"/>
          <a:pathLst>
            <a:path>
              <a:moveTo>
                <a:pt x="2023499" y="0"/>
              </a:moveTo>
              <a:lnTo>
                <a:pt x="2023499" y="218752"/>
              </a:lnTo>
              <a:lnTo>
                <a:pt x="0" y="218752"/>
              </a:lnTo>
              <a:lnTo>
                <a:pt x="0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777BA-87A6-4292-A0ED-2F406791B917}">
      <dsp:nvSpPr>
        <dsp:cNvPr id="0" name=""/>
        <dsp:cNvSpPr/>
      </dsp:nvSpPr>
      <dsp:spPr>
        <a:xfrm>
          <a:off x="6291720" y="2530871"/>
          <a:ext cx="3035249" cy="321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52"/>
              </a:lnTo>
              <a:lnTo>
                <a:pt x="3035249" y="218752"/>
              </a:lnTo>
              <a:lnTo>
                <a:pt x="3035249" y="3210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886B37-510B-4E09-91A0-50F08E8FB4E3}">
      <dsp:nvSpPr>
        <dsp:cNvPr id="0" name=""/>
        <dsp:cNvSpPr/>
      </dsp:nvSpPr>
      <dsp:spPr>
        <a:xfrm>
          <a:off x="3256471" y="3552739"/>
          <a:ext cx="2697999" cy="321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52"/>
              </a:lnTo>
              <a:lnTo>
                <a:pt x="2697999" y="218752"/>
              </a:lnTo>
              <a:lnTo>
                <a:pt x="2697999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14D84-7C9E-4059-83B9-AF5E259D0A09}">
      <dsp:nvSpPr>
        <dsp:cNvPr id="0" name=""/>
        <dsp:cNvSpPr/>
      </dsp:nvSpPr>
      <dsp:spPr>
        <a:xfrm>
          <a:off x="3256471" y="3552739"/>
          <a:ext cx="1348999" cy="321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52"/>
              </a:lnTo>
              <a:lnTo>
                <a:pt x="1348999" y="218752"/>
              </a:lnTo>
              <a:lnTo>
                <a:pt x="1348999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B1002-62E8-48A4-979A-C639CFF2DFD0}">
      <dsp:nvSpPr>
        <dsp:cNvPr id="0" name=""/>
        <dsp:cNvSpPr/>
      </dsp:nvSpPr>
      <dsp:spPr>
        <a:xfrm>
          <a:off x="3210751" y="3552739"/>
          <a:ext cx="91440" cy="3210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953500-8B82-4212-825D-A785366C8241}">
      <dsp:nvSpPr>
        <dsp:cNvPr id="0" name=""/>
        <dsp:cNvSpPr/>
      </dsp:nvSpPr>
      <dsp:spPr>
        <a:xfrm>
          <a:off x="1907472" y="3552739"/>
          <a:ext cx="1348999" cy="321000"/>
        </a:xfrm>
        <a:custGeom>
          <a:avLst/>
          <a:gdLst/>
          <a:ahLst/>
          <a:cxnLst/>
          <a:rect l="0" t="0" r="0" b="0"/>
          <a:pathLst>
            <a:path>
              <a:moveTo>
                <a:pt x="1348999" y="0"/>
              </a:moveTo>
              <a:lnTo>
                <a:pt x="1348999" y="218752"/>
              </a:lnTo>
              <a:lnTo>
                <a:pt x="0" y="218752"/>
              </a:lnTo>
              <a:lnTo>
                <a:pt x="0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08706-A36F-4294-BDA2-FBE57544909F}">
      <dsp:nvSpPr>
        <dsp:cNvPr id="0" name=""/>
        <dsp:cNvSpPr/>
      </dsp:nvSpPr>
      <dsp:spPr>
        <a:xfrm>
          <a:off x="558472" y="3552739"/>
          <a:ext cx="2697999" cy="321000"/>
        </a:xfrm>
        <a:custGeom>
          <a:avLst/>
          <a:gdLst/>
          <a:ahLst/>
          <a:cxnLst/>
          <a:rect l="0" t="0" r="0" b="0"/>
          <a:pathLst>
            <a:path>
              <a:moveTo>
                <a:pt x="2697999" y="0"/>
              </a:moveTo>
              <a:lnTo>
                <a:pt x="2697999" y="218752"/>
              </a:lnTo>
              <a:lnTo>
                <a:pt x="0" y="218752"/>
              </a:lnTo>
              <a:lnTo>
                <a:pt x="0" y="3210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C0E603-C3FB-41F7-9D6E-EBC7E23303DC}">
      <dsp:nvSpPr>
        <dsp:cNvPr id="0" name=""/>
        <dsp:cNvSpPr/>
      </dsp:nvSpPr>
      <dsp:spPr>
        <a:xfrm>
          <a:off x="3256471" y="2530871"/>
          <a:ext cx="3035249" cy="321000"/>
        </a:xfrm>
        <a:custGeom>
          <a:avLst/>
          <a:gdLst/>
          <a:ahLst/>
          <a:cxnLst/>
          <a:rect l="0" t="0" r="0" b="0"/>
          <a:pathLst>
            <a:path>
              <a:moveTo>
                <a:pt x="3035249" y="0"/>
              </a:moveTo>
              <a:lnTo>
                <a:pt x="3035249" y="218752"/>
              </a:lnTo>
              <a:lnTo>
                <a:pt x="0" y="218752"/>
              </a:lnTo>
              <a:lnTo>
                <a:pt x="0" y="3210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B42CD-72D2-42DC-B3C6-216B79A39B07}">
      <dsp:nvSpPr>
        <dsp:cNvPr id="0" name=""/>
        <dsp:cNvSpPr/>
      </dsp:nvSpPr>
      <dsp:spPr>
        <a:xfrm>
          <a:off x="5739857" y="1830005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183F7-90E8-4C45-A2E7-147531455ACC}">
      <dsp:nvSpPr>
        <dsp:cNvPr id="0" name=""/>
        <dsp:cNvSpPr/>
      </dsp:nvSpPr>
      <dsp:spPr>
        <a:xfrm>
          <a:off x="5862493" y="1946509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研發處</a:t>
          </a:r>
        </a:p>
      </dsp:txBody>
      <dsp:txXfrm>
        <a:off x="5883021" y="1967037"/>
        <a:ext cx="1062670" cy="659810"/>
      </dsp:txXfrm>
    </dsp:sp>
    <dsp:sp modelId="{FA638B21-ECDB-4794-ADEF-B76F0919CFD8}">
      <dsp:nvSpPr>
        <dsp:cNvPr id="0" name=""/>
        <dsp:cNvSpPr/>
      </dsp:nvSpPr>
      <dsp:spPr>
        <a:xfrm>
          <a:off x="2704608" y="2851872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D94A4-18D5-4299-AFEF-AB66522CE368}">
      <dsp:nvSpPr>
        <dsp:cNvPr id="0" name=""/>
        <dsp:cNvSpPr/>
      </dsp:nvSpPr>
      <dsp:spPr>
        <a:xfrm>
          <a:off x="2827244" y="2968376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研發一處</a:t>
          </a:r>
        </a:p>
      </dsp:txBody>
      <dsp:txXfrm>
        <a:off x="2847772" y="2988904"/>
        <a:ext cx="1062670" cy="659810"/>
      </dsp:txXfrm>
    </dsp:sp>
    <dsp:sp modelId="{D80C5C53-EA7D-4D5D-93BC-7B1B10948155}">
      <dsp:nvSpPr>
        <dsp:cNvPr id="0" name=""/>
        <dsp:cNvSpPr/>
      </dsp:nvSpPr>
      <dsp:spPr>
        <a:xfrm>
          <a:off x="6609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1445C-B84D-4640-A3CA-556DB63C6ABC}">
      <dsp:nvSpPr>
        <dsp:cNvPr id="0" name=""/>
        <dsp:cNvSpPr/>
      </dsp:nvSpPr>
      <dsp:spPr>
        <a:xfrm>
          <a:off x="129245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研發一處</a:t>
          </a:r>
        </a:p>
      </dsp:txBody>
      <dsp:txXfrm>
        <a:off x="149773" y="4010772"/>
        <a:ext cx="1062670" cy="659810"/>
      </dsp:txXfrm>
    </dsp:sp>
    <dsp:sp modelId="{1A914A84-EAF4-4A3E-91D1-5F444DBDADD8}">
      <dsp:nvSpPr>
        <dsp:cNvPr id="0" name=""/>
        <dsp:cNvSpPr/>
      </dsp:nvSpPr>
      <dsp:spPr>
        <a:xfrm>
          <a:off x="1355608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0348C-9751-403C-8337-5E0867B9BDBD}">
      <dsp:nvSpPr>
        <dsp:cNvPr id="0" name=""/>
        <dsp:cNvSpPr/>
      </dsp:nvSpPr>
      <dsp:spPr>
        <a:xfrm>
          <a:off x="1478245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技術中心</a:t>
          </a:r>
        </a:p>
      </dsp:txBody>
      <dsp:txXfrm>
        <a:off x="1498773" y="4010772"/>
        <a:ext cx="1062670" cy="659810"/>
      </dsp:txXfrm>
    </dsp:sp>
    <dsp:sp modelId="{15CD515E-6FE6-434B-AA27-1F4E474FAF20}">
      <dsp:nvSpPr>
        <dsp:cNvPr id="0" name=""/>
        <dsp:cNvSpPr/>
      </dsp:nvSpPr>
      <dsp:spPr>
        <a:xfrm>
          <a:off x="2704608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9C9D2-139D-4E63-98BE-58C2C1470024}">
      <dsp:nvSpPr>
        <dsp:cNvPr id="0" name=""/>
        <dsp:cNvSpPr/>
      </dsp:nvSpPr>
      <dsp:spPr>
        <a:xfrm>
          <a:off x="2827244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研一部</a:t>
          </a:r>
        </a:p>
      </dsp:txBody>
      <dsp:txXfrm>
        <a:off x="2847772" y="4010772"/>
        <a:ext cx="1062670" cy="659810"/>
      </dsp:txXfrm>
    </dsp:sp>
    <dsp:sp modelId="{FF31C109-B98A-4D60-A504-D807C571E6DF}">
      <dsp:nvSpPr>
        <dsp:cNvPr id="0" name=""/>
        <dsp:cNvSpPr/>
      </dsp:nvSpPr>
      <dsp:spPr>
        <a:xfrm>
          <a:off x="4053607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5E9E5-376C-47D8-8454-4D201A2F0D5C}">
      <dsp:nvSpPr>
        <dsp:cNvPr id="0" name=""/>
        <dsp:cNvSpPr/>
      </dsp:nvSpPr>
      <dsp:spPr>
        <a:xfrm>
          <a:off x="4176244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研二部</a:t>
          </a:r>
        </a:p>
      </dsp:txBody>
      <dsp:txXfrm>
        <a:off x="4196772" y="4010772"/>
        <a:ext cx="1062670" cy="659810"/>
      </dsp:txXfrm>
    </dsp:sp>
    <dsp:sp modelId="{43D55221-BEB7-408F-B62D-15B6B2C340D5}">
      <dsp:nvSpPr>
        <dsp:cNvPr id="0" name=""/>
        <dsp:cNvSpPr/>
      </dsp:nvSpPr>
      <dsp:spPr>
        <a:xfrm>
          <a:off x="5402607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40B43-CC78-48A3-A736-70DB7E6EE7EC}">
      <dsp:nvSpPr>
        <dsp:cNvPr id="0" name=""/>
        <dsp:cNvSpPr/>
      </dsp:nvSpPr>
      <dsp:spPr>
        <a:xfrm>
          <a:off x="5525243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研三部</a:t>
          </a:r>
        </a:p>
      </dsp:txBody>
      <dsp:txXfrm>
        <a:off x="5545771" y="4010772"/>
        <a:ext cx="1062670" cy="659810"/>
      </dsp:txXfrm>
    </dsp:sp>
    <dsp:sp modelId="{D432D5A3-E6D8-4F84-A02F-94B494BD1B7E}">
      <dsp:nvSpPr>
        <dsp:cNvPr id="0" name=""/>
        <dsp:cNvSpPr/>
      </dsp:nvSpPr>
      <dsp:spPr>
        <a:xfrm>
          <a:off x="8775106" y="2851872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728B4-8329-458F-B82C-34A8E64CB7D9}">
      <dsp:nvSpPr>
        <dsp:cNvPr id="0" name=""/>
        <dsp:cNvSpPr/>
      </dsp:nvSpPr>
      <dsp:spPr>
        <a:xfrm>
          <a:off x="8897742" y="2968376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研發二處</a:t>
          </a:r>
        </a:p>
      </dsp:txBody>
      <dsp:txXfrm>
        <a:off x="8918270" y="2988904"/>
        <a:ext cx="1062670" cy="659810"/>
      </dsp:txXfrm>
    </dsp:sp>
    <dsp:sp modelId="{67324603-DC44-4829-9912-D5FFA88A0FBD}">
      <dsp:nvSpPr>
        <dsp:cNvPr id="0" name=""/>
        <dsp:cNvSpPr/>
      </dsp:nvSpPr>
      <dsp:spPr>
        <a:xfrm>
          <a:off x="6751606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040A6-4E13-413D-913B-1C08560FEE26}">
      <dsp:nvSpPr>
        <dsp:cNvPr id="0" name=""/>
        <dsp:cNvSpPr/>
      </dsp:nvSpPr>
      <dsp:spPr>
        <a:xfrm>
          <a:off x="6874243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研發二處</a:t>
          </a:r>
        </a:p>
      </dsp:txBody>
      <dsp:txXfrm>
        <a:off x="6894771" y="4010772"/>
        <a:ext cx="1062670" cy="659810"/>
      </dsp:txXfrm>
    </dsp:sp>
    <dsp:sp modelId="{8B28CEA4-F311-4A69-87EC-45199BD97AA5}">
      <dsp:nvSpPr>
        <dsp:cNvPr id="0" name=""/>
        <dsp:cNvSpPr/>
      </dsp:nvSpPr>
      <dsp:spPr>
        <a:xfrm>
          <a:off x="8100606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6986C-ED81-4236-87F9-991BEB38376E}">
      <dsp:nvSpPr>
        <dsp:cNvPr id="0" name=""/>
        <dsp:cNvSpPr/>
      </dsp:nvSpPr>
      <dsp:spPr>
        <a:xfrm>
          <a:off x="8223242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自動化</a:t>
          </a:r>
        </a:p>
      </dsp:txBody>
      <dsp:txXfrm>
        <a:off x="8243770" y="4010772"/>
        <a:ext cx="1062670" cy="659810"/>
      </dsp:txXfrm>
    </dsp:sp>
    <dsp:sp modelId="{6B092407-CA11-403C-8E80-3499ED509805}">
      <dsp:nvSpPr>
        <dsp:cNvPr id="0" name=""/>
        <dsp:cNvSpPr/>
      </dsp:nvSpPr>
      <dsp:spPr>
        <a:xfrm>
          <a:off x="9449606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2D011-0662-44EA-917D-799D9176C710}">
      <dsp:nvSpPr>
        <dsp:cNvPr id="0" name=""/>
        <dsp:cNvSpPr/>
      </dsp:nvSpPr>
      <dsp:spPr>
        <a:xfrm>
          <a:off x="9572242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/>
            <a:t>生技</a:t>
          </a:r>
          <a:endParaRPr lang="zh-TW" altLang="en-US" sz="1800" kern="1200" dirty="0"/>
        </a:p>
      </dsp:txBody>
      <dsp:txXfrm>
        <a:off x="9592770" y="4010772"/>
        <a:ext cx="1062670" cy="659810"/>
      </dsp:txXfrm>
    </dsp:sp>
    <dsp:sp modelId="{6C8E1BB7-2BB7-4BF0-BADA-32CDA4269245}">
      <dsp:nvSpPr>
        <dsp:cNvPr id="0" name=""/>
        <dsp:cNvSpPr/>
      </dsp:nvSpPr>
      <dsp:spPr>
        <a:xfrm>
          <a:off x="10798605" y="3873739"/>
          <a:ext cx="1103726" cy="70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547B7-A6E7-4371-82FF-064CA21B34BF}">
      <dsp:nvSpPr>
        <dsp:cNvPr id="0" name=""/>
        <dsp:cNvSpPr/>
      </dsp:nvSpPr>
      <dsp:spPr>
        <a:xfrm>
          <a:off x="10921241" y="3990244"/>
          <a:ext cx="1103726" cy="700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產品開發</a:t>
          </a:r>
        </a:p>
      </dsp:txBody>
      <dsp:txXfrm>
        <a:off x="10941769" y="4010772"/>
        <a:ext cx="1062670" cy="659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FD87AA-BFB1-4963-BE70-9DB43420F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F74680-326E-49A4-9ECB-435E12CB2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FA71FC-B48A-4ECE-B8A4-B4D7273D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5886B2-D31F-4CF9-87DA-F3A180D9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84D8C7-72DD-4916-B196-A184A5CB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25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C29CF-C79B-41E4-BD11-CBE908C5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240ED7-4353-4500-BD4C-AD605052D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13E8E6-B7DA-4088-8554-A7F3E916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AE07BC-E3A3-4D51-B5FA-559823A5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4D1C61-E50E-45F6-BF6D-0B5D93DA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38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4931C4-8F10-4304-815D-C22839F6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7B524A-ED0F-478D-B6C9-28184EE02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DF9EE2-C894-43EB-9F06-94BC0610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1D2BB-725C-42A2-BA4E-758E5B48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A617F6-E6F5-413B-829D-8771C355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76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12E87-BAD7-4F39-9AA2-031BBC6A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5F7A1-A40C-479B-8769-1DF5CB353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5942FA-F9E7-4007-AD12-5664AF2F6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A8D499-9AB5-41E7-A679-C0553E70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3DB58A-D5E5-4FA5-A775-75260E22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E67055-672F-4265-9A41-143F3591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59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6C39FF-CE8A-455F-B36D-655B53AE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F18B55-6605-4696-987E-4AF478D86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7FCCD7-7E1B-4F60-B586-8144370D2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BF6F06B-691F-439C-8C67-47B75D0E4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FCD5CD2-E666-4468-9626-DD848C3C3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531CFB-8B37-4158-A441-0EC7D309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A4D1DA-E1BF-4CB7-A0C2-0BA24696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E0C999-F1A7-4D10-AABE-58D272C6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26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FA2A77-41E0-4828-9A3C-7F98CE26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14F36D-B159-443B-9C85-FF766181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6593E05-E39B-49C9-9691-4941DA7F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409A4A-7D56-4F91-BEE9-88B9859F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64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B708AA-708F-4BF8-B432-FF8DF2CD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277741-7FD0-4A12-BA4E-20625A8A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A5A9E-CCD3-4547-8812-EDDDF023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91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3291A-43C3-4DD4-870D-BB564EB9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06E5CE-AEB6-44B7-87AF-1FDDF706A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BEE828-DCC4-4903-AE00-DBBD6D593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F762EC-69DF-438F-950A-C3AE6A12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1C438A-1447-4E1C-A04F-83194F64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092565-B01B-438E-BD10-90C0BF84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24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C6EE-C525-4459-97B4-B794D1E8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2E790A-3641-42EB-988C-D9BA4113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5C7700-721B-4562-AB53-6EA8574FE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BBDABA-907E-4B13-8F07-EAF0ACDD8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56FE8D-3E99-4CA4-BA9D-3128ACAC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01FE54-0EF9-494F-A662-3006B7A3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11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FC141D-F684-43FE-B6F0-131A4E4C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DC2340-7C53-4E89-86DC-9B93352E7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EA514A-8777-40DF-8474-9BAE5F4B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B19178-5090-4A64-A856-804F57E4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ADF340-28F1-4A6D-853C-A0F14AF6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93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BEC19CA-92D6-43F9-8E32-E2B2306EA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8A1633-9487-4D3E-ACC0-14F4A0E7F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F37563-33E7-49A8-9FCB-D6E60D1E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DEECCF-A7DE-4423-B485-CD4BAFBF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071EF3-9B00-4965-915F-DD3D56EB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077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C3DA7D8-42F6-4163-A81E-D2BF9378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AB62EA-FCB6-47C5-BC10-70578D36F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F1FC99-AB3B-4D31-B69F-CE9422C22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DA642-A393-4861-B2C5-E11ED4C36F12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E7B69-81DD-4AB8-B0CA-ECDCDF9DA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B25AC7-7464-493C-BB81-43166EEFC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E4287-178E-48E2-8E31-AB9DBCA091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55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21BC2A04-E62B-439A-9F85-FD54671A6D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268705"/>
              </p:ext>
            </p:extLst>
          </p:nvPr>
        </p:nvGraphicFramePr>
        <p:xfrm>
          <a:off x="1" y="336884"/>
          <a:ext cx="12031578" cy="6521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170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</Words>
  <Application>Microsoft Office PowerPoint</Application>
  <PresentationFormat>寬螢幕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廖基帆 Patrick Liao</dc:creator>
  <cp:lastModifiedBy>廖基帆 Patrick Liao</cp:lastModifiedBy>
  <cp:revision>1</cp:revision>
  <dcterms:created xsi:type="dcterms:W3CDTF">2026-08-23T08:40:56Z</dcterms:created>
  <dcterms:modified xsi:type="dcterms:W3CDTF">2026-08-23T08:46:29Z</dcterms:modified>
</cp:coreProperties>
</file>